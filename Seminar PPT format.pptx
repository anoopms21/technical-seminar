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64" r:id="rId2"/>
    <p:sldId id="263" r:id="rId3"/>
    <p:sldId id="257" r:id="rId4"/>
    <p:sldId id="258" r:id="rId5"/>
    <p:sldId id="318" r:id="rId6"/>
    <p:sldId id="316" r:id="rId7"/>
    <p:sldId id="317" r:id="rId8"/>
    <p:sldId id="328" r:id="rId9"/>
    <p:sldId id="259" r:id="rId10"/>
    <p:sldId id="310" r:id="rId11"/>
    <p:sldId id="311" r:id="rId12"/>
    <p:sldId id="312" r:id="rId13"/>
    <p:sldId id="313" r:id="rId14"/>
    <p:sldId id="314" r:id="rId15"/>
    <p:sldId id="325" r:id="rId16"/>
    <p:sldId id="319" r:id="rId17"/>
    <p:sldId id="320" r:id="rId18"/>
    <p:sldId id="326" r:id="rId19"/>
    <p:sldId id="327" r:id="rId20"/>
    <p:sldId id="322" r:id="rId21"/>
    <p:sldId id="321" r:id="rId22"/>
    <p:sldId id="323" r:id="rId23"/>
    <p:sldId id="324" r:id="rId24"/>
    <p:sldId id="261" r:id="rId25"/>
    <p:sldId id="262" r:id="rId26"/>
    <p:sldId id="30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E527A0-4A6C-43CE-A6EF-3E5E229C8254}" v="6" dt="2026-05-27T21:43:05.2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28" autoAdjust="0"/>
    <p:restoredTop sz="93878" autoAdjust="0"/>
  </p:normalViewPr>
  <p:slideViewPr>
    <p:cSldViewPr>
      <p:cViewPr varScale="1">
        <p:scale>
          <a:sx n="100" d="100"/>
          <a:sy n="100" d="100"/>
        </p:scale>
        <p:origin x="90" y="300"/>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oop Subramanya" userId="618c3fb7-450a-44ed-93a4-d96dde159533" providerId="ADAL" clId="{617E18D6-7536-4EA6-BF17-B76E70B48369}"/>
    <pc:docChg chg="undo custSel modSld modMainMaster modNotesMaster">
      <pc:chgData name="Anoop Subramanya" userId="618c3fb7-450a-44ed-93a4-d96dde159533" providerId="ADAL" clId="{617E18D6-7536-4EA6-BF17-B76E70B48369}" dt="2026-05-27T21:52:07.038" v="272" actId="26606"/>
      <pc:docMkLst>
        <pc:docMk/>
      </pc:docMkLst>
      <pc:sldChg chg="addSp modSp mod setBg">
        <pc:chgData name="Anoop Subramanya" userId="618c3fb7-450a-44ed-93a4-d96dde159533" providerId="ADAL" clId="{617E18D6-7536-4EA6-BF17-B76E70B48369}" dt="2026-05-27T21:39:34.791" v="78" actId="26606"/>
        <pc:sldMkLst>
          <pc:docMk/>
          <pc:sldMk cId="0" sldId="257"/>
        </pc:sldMkLst>
        <pc:spChg chg="mod">
          <ac:chgData name="Anoop Subramanya" userId="618c3fb7-450a-44ed-93a4-d96dde159533" providerId="ADAL" clId="{617E18D6-7536-4EA6-BF17-B76E70B48369}" dt="2026-05-27T21:39:34.791" v="78" actId="26606"/>
          <ac:spMkLst>
            <pc:docMk/>
            <pc:sldMk cId="0" sldId="257"/>
            <ac:spMk id="2" creationId="{00000000-0000-0000-0000-000000000000}"/>
          </ac:spMkLst>
        </pc:spChg>
        <pc:spChg chg="mod">
          <ac:chgData name="Anoop Subramanya" userId="618c3fb7-450a-44ed-93a4-d96dde159533" providerId="ADAL" clId="{617E18D6-7536-4EA6-BF17-B76E70B48369}" dt="2026-05-27T21:39:34.791" v="78" actId="26606"/>
          <ac:spMkLst>
            <pc:docMk/>
            <pc:sldMk cId="0" sldId="257"/>
            <ac:spMk id="3" creationId="{00000000-0000-0000-0000-000000000000}"/>
          </ac:spMkLst>
        </pc:spChg>
        <pc:spChg chg="mod">
          <ac:chgData name="Anoop Subramanya" userId="618c3fb7-450a-44ed-93a4-d96dde159533" providerId="ADAL" clId="{617E18D6-7536-4EA6-BF17-B76E70B48369}" dt="2026-05-27T21:39:34.791" v="78" actId="26606"/>
          <ac:spMkLst>
            <pc:docMk/>
            <pc:sldMk cId="0" sldId="257"/>
            <ac:spMk id="4" creationId="{00000000-0000-0000-0000-000000000000}"/>
          </ac:spMkLst>
        </pc:spChg>
        <pc:spChg chg="mod">
          <ac:chgData name="Anoop Subramanya" userId="618c3fb7-450a-44ed-93a4-d96dde159533" providerId="ADAL" clId="{617E18D6-7536-4EA6-BF17-B76E70B48369}" dt="2026-05-27T21:39:34.791" v="78" actId="26606"/>
          <ac:spMkLst>
            <pc:docMk/>
            <pc:sldMk cId="0" sldId="257"/>
            <ac:spMk id="5" creationId="{00000000-0000-0000-0000-000000000000}"/>
          </ac:spMkLst>
        </pc:spChg>
        <pc:spChg chg="add">
          <ac:chgData name="Anoop Subramanya" userId="618c3fb7-450a-44ed-93a4-d96dde159533" providerId="ADAL" clId="{617E18D6-7536-4EA6-BF17-B76E70B48369}" dt="2026-05-27T21:39:34.791" v="78" actId="26606"/>
          <ac:spMkLst>
            <pc:docMk/>
            <pc:sldMk cId="0" sldId="257"/>
            <ac:spMk id="11" creationId="{3ECBE1F1-D69B-4AFA-ABD5-8E41720EF6DE}"/>
          </ac:spMkLst>
        </pc:spChg>
        <pc:spChg chg="add">
          <ac:chgData name="Anoop Subramanya" userId="618c3fb7-450a-44ed-93a4-d96dde159533" providerId="ADAL" clId="{617E18D6-7536-4EA6-BF17-B76E70B48369}" dt="2026-05-27T21:39:34.791" v="78" actId="26606"/>
          <ac:spMkLst>
            <pc:docMk/>
            <pc:sldMk cId="0" sldId="257"/>
            <ac:spMk id="13" creationId="{603A6265-E10C-4B85-9C20-E75FCAF9CC63}"/>
          </ac:spMkLst>
        </pc:spChg>
        <pc:picChg chg="add">
          <ac:chgData name="Anoop Subramanya" userId="618c3fb7-450a-44ed-93a4-d96dde159533" providerId="ADAL" clId="{617E18D6-7536-4EA6-BF17-B76E70B48369}" dt="2026-05-27T21:39:34.791" v="78" actId="26606"/>
          <ac:picMkLst>
            <pc:docMk/>
            <pc:sldMk cId="0" sldId="257"/>
            <ac:picMk id="7" creationId="{3F4595CC-CEE5-5C14-26C0-2E5E44C9BA5C}"/>
          </ac:picMkLst>
        </pc:picChg>
      </pc:sldChg>
      <pc:sldChg chg="addSp delSp modSp mod setBg">
        <pc:chgData name="Anoop Subramanya" userId="618c3fb7-450a-44ed-93a4-d96dde159533" providerId="ADAL" clId="{617E18D6-7536-4EA6-BF17-B76E70B48369}" dt="2026-05-27T21:42:27.733" v="124" actId="1076"/>
        <pc:sldMkLst>
          <pc:docMk/>
          <pc:sldMk cId="0" sldId="258"/>
        </pc:sldMkLst>
        <pc:spChg chg="mod">
          <ac:chgData name="Anoop Subramanya" userId="618c3fb7-450a-44ed-93a4-d96dde159533" providerId="ADAL" clId="{617E18D6-7536-4EA6-BF17-B76E70B48369}" dt="2026-05-27T21:42:27.733" v="124" actId="1076"/>
          <ac:spMkLst>
            <pc:docMk/>
            <pc:sldMk cId="0" sldId="258"/>
            <ac:spMk id="2" creationId="{00000000-0000-0000-0000-000000000000}"/>
          </ac:spMkLst>
        </pc:spChg>
        <pc:spChg chg="mod">
          <ac:chgData name="Anoop Subramanya" userId="618c3fb7-450a-44ed-93a4-d96dde159533" providerId="ADAL" clId="{617E18D6-7536-4EA6-BF17-B76E70B48369}" dt="2026-05-27T21:42:26.118" v="123" actId="1076"/>
          <ac:spMkLst>
            <pc:docMk/>
            <pc:sldMk cId="0" sldId="258"/>
            <ac:spMk id="3" creationId="{00000000-0000-0000-0000-000000000000}"/>
          </ac:spMkLst>
        </pc:spChg>
        <pc:spChg chg="mod">
          <ac:chgData name="Anoop Subramanya" userId="618c3fb7-450a-44ed-93a4-d96dde159533" providerId="ADAL" clId="{617E18D6-7536-4EA6-BF17-B76E70B48369}" dt="2026-05-27T21:39:52.030" v="81" actId="26606"/>
          <ac:spMkLst>
            <pc:docMk/>
            <pc:sldMk cId="0" sldId="258"/>
            <ac:spMk id="4" creationId="{00000000-0000-0000-0000-000000000000}"/>
          </ac:spMkLst>
        </pc:spChg>
        <pc:spChg chg="mod">
          <ac:chgData name="Anoop Subramanya" userId="618c3fb7-450a-44ed-93a4-d96dde159533" providerId="ADAL" clId="{617E18D6-7536-4EA6-BF17-B76E70B48369}" dt="2026-05-27T21:39:52.030" v="81" actId="26606"/>
          <ac:spMkLst>
            <pc:docMk/>
            <pc:sldMk cId="0" sldId="258"/>
            <ac:spMk id="5" creationId="{00000000-0000-0000-0000-000000000000}"/>
          </ac:spMkLst>
        </pc:spChg>
        <pc:spChg chg="add del">
          <ac:chgData name="Anoop Subramanya" userId="618c3fb7-450a-44ed-93a4-d96dde159533" providerId="ADAL" clId="{617E18D6-7536-4EA6-BF17-B76E70B48369}" dt="2026-05-27T21:39:51.994" v="80" actId="26606"/>
          <ac:spMkLst>
            <pc:docMk/>
            <pc:sldMk cId="0" sldId="258"/>
            <ac:spMk id="11" creationId="{3ECBE1F1-D69B-4AFA-ABD5-8E41720EF6DE}"/>
          </ac:spMkLst>
        </pc:spChg>
        <pc:spChg chg="add del">
          <ac:chgData name="Anoop Subramanya" userId="618c3fb7-450a-44ed-93a4-d96dde159533" providerId="ADAL" clId="{617E18D6-7536-4EA6-BF17-B76E70B48369}" dt="2026-05-27T21:39:51.994" v="80" actId="26606"/>
          <ac:spMkLst>
            <pc:docMk/>
            <pc:sldMk cId="0" sldId="258"/>
            <ac:spMk id="13" creationId="{603A6265-E10C-4B85-9C20-E75FCAF9CC63}"/>
          </ac:spMkLst>
        </pc:spChg>
        <pc:spChg chg="add">
          <ac:chgData name="Anoop Subramanya" userId="618c3fb7-450a-44ed-93a4-d96dde159533" providerId="ADAL" clId="{617E18D6-7536-4EA6-BF17-B76E70B48369}" dt="2026-05-27T21:39:52.030" v="81" actId="26606"/>
          <ac:spMkLst>
            <pc:docMk/>
            <pc:sldMk cId="0" sldId="258"/>
            <ac:spMk id="15" creationId="{C0763A76-9F1C-4FC5-82B7-DD475DA461B2}"/>
          </ac:spMkLst>
        </pc:spChg>
        <pc:spChg chg="add">
          <ac:chgData name="Anoop Subramanya" userId="618c3fb7-450a-44ed-93a4-d96dde159533" providerId="ADAL" clId="{617E18D6-7536-4EA6-BF17-B76E70B48369}" dt="2026-05-27T21:39:52.030" v="81" actId="26606"/>
          <ac:spMkLst>
            <pc:docMk/>
            <pc:sldMk cId="0" sldId="258"/>
            <ac:spMk id="16" creationId="{E81BF4F6-F2CF-4984-9D14-D6966D92F99F}"/>
          </ac:spMkLst>
        </pc:spChg>
        <pc:picChg chg="add del">
          <ac:chgData name="Anoop Subramanya" userId="618c3fb7-450a-44ed-93a4-d96dde159533" providerId="ADAL" clId="{617E18D6-7536-4EA6-BF17-B76E70B48369}" dt="2026-05-27T21:39:51.994" v="80" actId="26606"/>
          <ac:picMkLst>
            <pc:docMk/>
            <pc:sldMk cId="0" sldId="258"/>
            <ac:picMk id="7" creationId="{03CDEB50-BF97-B601-EB7F-BAE574F94ECF}"/>
          </ac:picMkLst>
        </pc:picChg>
        <pc:picChg chg="add">
          <ac:chgData name="Anoop Subramanya" userId="618c3fb7-450a-44ed-93a4-d96dde159533" providerId="ADAL" clId="{617E18D6-7536-4EA6-BF17-B76E70B48369}" dt="2026-05-27T21:39:52.030" v="81" actId="26606"/>
          <ac:picMkLst>
            <pc:docMk/>
            <pc:sldMk cId="0" sldId="258"/>
            <ac:picMk id="17" creationId="{817A1002-A008-FF7D-3E15-951779F83424}"/>
          </ac:picMkLst>
        </pc:picChg>
      </pc:sldChg>
      <pc:sldChg chg="addSp modSp mod setBg">
        <pc:chgData name="Anoop Subramanya" userId="618c3fb7-450a-44ed-93a4-d96dde159533" providerId="ADAL" clId="{617E18D6-7536-4EA6-BF17-B76E70B48369}" dt="2026-05-27T21:44:12.607" v="143" actId="26606"/>
        <pc:sldMkLst>
          <pc:docMk/>
          <pc:sldMk cId="0" sldId="259"/>
        </pc:sldMkLst>
        <pc:spChg chg="mod">
          <ac:chgData name="Anoop Subramanya" userId="618c3fb7-450a-44ed-93a4-d96dde159533" providerId="ADAL" clId="{617E18D6-7536-4EA6-BF17-B76E70B48369}" dt="2026-05-27T21:44:12.607" v="143" actId="26606"/>
          <ac:spMkLst>
            <pc:docMk/>
            <pc:sldMk cId="0" sldId="259"/>
            <ac:spMk id="2" creationId="{00000000-0000-0000-0000-000000000000}"/>
          </ac:spMkLst>
        </pc:spChg>
        <pc:spChg chg="mod">
          <ac:chgData name="Anoop Subramanya" userId="618c3fb7-450a-44ed-93a4-d96dde159533" providerId="ADAL" clId="{617E18D6-7536-4EA6-BF17-B76E70B48369}" dt="2026-05-27T21:44:12.607" v="143" actId="26606"/>
          <ac:spMkLst>
            <pc:docMk/>
            <pc:sldMk cId="0" sldId="259"/>
            <ac:spMk id="3" creationId="{00000000-0000-0000-0000-000000000000}"/>
          </ac:spMkLst>
        </pc:spChg>
        <pc:spChg chg="mod">
          <ac:chgData name="Anoop Subramanya" userId="618c3fb7-450a-44ed-93a4-d96dde159533" providerId="ADAL" clId="{617E18D6-7536-4EA6-BF17-B76E70B48369}" dt="2026-05-27T21:44:12.607" v="143" actId="26606"/>
          <ac:spMkLst>
            <pc:docMk/>
            <pc:sldMk cId="0" sldId="259"/>
            <ac:spMk id="4" creationId="{00000000-0000-0000-0000-000000000000}"/>
          </ac:spMkLst>
        </pc:spChg>
        <pc:spChg chg="mod">
          <ac:chgData name="Anoop Subramanya" userId="618c3fb7-450a-44ed-93a4-d96dde159533" providerId="ADAL" clId="{617E18D6-7536-4EA6-BF17-B76E70B48369}" dt="2026-05-27T21:44:12.607" v="143" actId="26606"/>
          <ac:spMkLst>
            <pc:docMk/>
            <pc:sldMk cId="0" sldId="259"/>
            <ac:spMk id="5" creationId="{00000000-0000-0000-0000-000000000000}"/>
          </ac:spMkLst>
        </pc:spChg>
        <pc:spChg chg="add">
          <ac:chgData name="Anoop Subramanya" userId="618c3fb7-450a-44ed-93a4-d96dde159533" providerId="ADAL" clId="{617E18D6-7536-4EA6-BF17-B76E70B48369}" dt="2026-05-27T21:44:12.607" v="143" actId="26606"/>
          <ac:spMkLst>
            <pc:docMk/>
            <pc:sldMk cId="0" sldId="259"/>
            <ac:spMk id="12" creationId="{C0763A76-9F1C-4FC5-82B7-DD475DA461B2}"/>
          </ac:spMkLst>
        </pc:spChg>
        <pc:spChg chg="add">
          <ac:chgData name="Anoop Subramanya" userId="618c3fb7-450a-44ed-93a4-d96dde159533" providerId="ADAL" clId="{617E18D6-7536-4EA6-BF17-B76E70B48369}" dt="2026-05-27T21:44:12.607" v="143" actId="26606"/>
          <ac:spMkLst>
            <pc:docMk/>
            <pc:sldMk cId="0" sldId="259"/>
            <ac:spMk id="14" creationId="{E81BF4F6-F2CF-4984-9D14-D6966D92F99F}"/>
          </ac:spMkLst>
        </pc:spChg>
        <pc:picChg chg="mod ord">
          <ac:chgData name="Anoop Subramanya" userId="618c3fb7-450a-44ed-93a4-d96dde159533" providerId="ADAL" clId="{617E18D6-7536-4EA6-BF17-B76E70B48369}" dt="2026-05-27T21:44:12.607" v="143" actId="26606"/>
          <ac:picMkLst>
            <pc:docMk/>
            <pc:sldMk cId="0" sldId="259"/>
            <ac:picMk id="7" creationId="{5A1FC997-1950-9865-00EE-5AE2280DDA6F}"/>
          </ac:picMkLst>
        </pc:picChg>
      </pc:sldChg>
      <pc:sldChg chg="addSp delSp modSp mod setBg">
        <pc:chgData name="Anoop Subramanya" userId="618c3fb7-450a-44ed-93a4-d96dde159533" providerId="ADAL" clId="{617E18D6-7536-4EA6-BF17-B76E70B48369}" dt="2026-05-27T21:49:54.310" v="232" actId="14100"/>
        <pc:sldMkLst>
          <pc:docMk/>
          <pc:sldMk cId="0" sldId="261"/>
        </pc:sldMkLst>
        <pc:spChg chg="mod">
          <ac:chgData name="Anoop Subramanya" userId="618c3fb7-450a-44ed-93a4-d96dde159533" providerId="ADAL" clId="{617E18D6-7536-4EA6-BF17-B76E70B48369}" dt="2026-05-27T21:49:54.310" v="232" actId="14100"/>
          <ac:spMkLst>
            <pc:docMk/>
            <pc:sldMk cId="0" sldId="261"/>
            <ac:spMk id="2" creationId="{00000000-0000-0000-0000-000000000000}"/>
          </ac:spMkLst>
        </pc:spChg>
        <pc:spChg chg="mod">
          <ac:chgData name="Anoop Subramanya" userId="618c3fb7-450a-44ed-93a4-d96dde159533" providerId="ADAL" clId="{617E18D6-7536-4EA6-BF17-B76E70B48369}" dt="2026-05-27T21:49:47.907" v="229" actId="26606"/>
          <ac:spMkLst>
            <pc:docMk/>
            <pc:sldMk cId="0" sldId="261"/>
            <ac:spMk id="3" creationId="{00000000-0000-0000-0000-000000000000}"/>
          </ac:spMkLst>
        </pc:spChg>
        <pc:spChg chg="mod">
          <ac:chgData name="Anoop Subramanya" userId="618c3fb7-450a-44ed-93a4-d96dde159533" providerId="ADAL" clId="{617E18D6-7536-4EA6-BF17-B76E70B48369}" dt="2026-05-27T21:49:47.907" v="229" actId="26606"/>
          <ac:spMkLst>
            <pc:docMk/>
            <pc:sldMk cId="0" sldId="261"/>
            <ac:spMk id="4" creationId="{00000000-0000-0000-0000-000000000000}"/>
          </ac:spMkLst>
        </pc:spChg>
        <pc:spChg chg="mod">
          <ac:chgData name="Anoop Subramanya" userId="618c3fb7-450a-44ed-93a4-d96dde159533" providerId="ADAL" clId="{617E18D6-7536-4EA6-BF17-B76E70B48369}" dt="2026-05-27T21:49:47.907" v="229" actId="26606"/>
          <ac:spMkLst>
            <pc:docMk/>
            <pc:sldMk cId="0" sldId="261"/>
            <ac:spMk id="5" creationId="{00000000-0000-0000-0000-000000000000}"/>
          </ac:spMkLst>
        </pc:spChg>
        <pc:spChg chg="add del">
          <ac:chgData name="Anoop Subramanya" userId="618c3fb7-450a-44ed-93a4-d96dde159533" providerId="ADAL" clId="{617E18D6-7536-4EA6-BF17-B76E70B48369}" dt="2026-05-27T21:49:46.757" v="226" actId="26606"/>
          <ac:spMkLst>
            <pc:docMk/>
            <pc:sldMk cId="0" sldId="261"/>
            <ac:spMk id="12" creationId="{45D37F4E-DDB4-456B-97E0-9937730A039F}"/>
          </ac:spMkLst>
        </pc:spChg>
        <pc:spChg chg="add del">
          <ac:chgData name="Anoop Subramanya" userId="618c3fb7-450a-44ed-93a4-d96dde159533" providerId="ADAL" clId="{617E18D6-7536-4EA6-BF17-B76E70B48369}" dt="2026-05-27T21:49:46.757" v="226" actId="26606"/>
          <ac:spMkLst>
            <pc:docMk/>
            <pc:sldMk cId="0" sldId="261"/>
            <ac:spMk id="14" creationId="{B2DD41CD-8F47-4F56-AD12-4E2FF7696987}"/>
          </ac:spMkLst>
        </pc:spChg>
        <pc:spChg chg="add del">
          <ac:chgData name="Anoop Subramanya" userId="618c3fb7-450a-44ed-93a4-d96dde159533" providerId="ADAL" clId="{617E18D6-7536-4EA6-BF17-B76E70B48369}" dt="2026-05-27T21:49:47.907" v="228" actId="26606"/>
          <ac:spMkLst>
            <pc:docMk/>
            <pc:sldMk cId="0" sldId="261"/>
            <ac:spMk id="16" creationId="{426B127E-6498-4C77-9C9D-4553A5113B80}"/>
          </ac:spMkLst>
        </pc:spChg>
        <pc:spChg chg="add del">
          <ac:chgData name="Anoop Subramanya" userId="618c3fb7-450a-44ed-93a4-d96dde159533" providerId="ADAL" clId="{617E18D6-7536-4EA6-BF17-B76E70B48369}" dt="2026-05-27T21:49:47.907" v="228" actId="26606"/>
          <ac:spMkLst>
            <pc:docMk/>
            <pc:sldMk cId="0" sldId="261"/>
            <ac:spMk id="17" creationId="{4AC6B390-BC59-4F1D-A0EE-D71A92F0A0B2}"/>
          </ac:spMkLst>
        </pc:spChg>
        <pc:spChg chg="add del">
          <ac:chgData name="Anoop Subramanya" userId="618c3fb7-450a-44ed-93a4-d96dde159533" providerId="ADAL" clId="{617E18D6-7536-4EA6-BF17-B76E70B48369}" dt="2026-05-27T21:49:47.907" v="228" actId="26606"/>
          <ac:spMkLst>
            <pc:docMk/>
            <pc:sldMk cId="0" sldId="261"/>
            <ac:spMk id="18" creationId="{B6C60D79-16F1-4C4B-B7E3-7634E7069CDE}"/>
          </ac:spMkLst>
        </pc:spChg>
        <pc:spChg chg="add">
          <ac:chgData name="Anoop Subramanya" userId="618c3fb7-450a-44ed-93a4-d96dde159533" providerId="ADAL" clId="{617E18D6-7536-4EA6-BF17-B76E70B48369}" dt="2026-05-27T21:49:47.907" v="229" actId="26606"/>
          <ac:spMkLst>
            <pc:docMk/>
            <pc:sldMk cId="0" sldId="261"/>
            <ac:spMk id="20" creationId="{C0763A76-9F1C-4FC5-82B7-DD475DA461B2}"/>
          </ac:spMkLst>
        </pc:spChg>
        <pc:spChg chg="add">
          <ac:chgData name="Anoop Subramanya" userId="618c3fb7-450a-44ed-93a4-d96dde159533" providerId="ADAL" clId="{617E18D6-7536-4EA6-BF17-B76E70B48369}" dt="2026-05-27T21:49:47.907" v="229" actId="26606"/>
          <ac:spMkLst>
            <pc:docMk/>
            <pc:sldMk cId="0" sldId="261"/>
            <ac:spMk id="21" creationId="{E81BF4F6-F2CF-4984-9D14-D6966D92F99F}"/>
          </ac:spMkLst>
        </pc:spChg>
        <pc:picChg chg="mod ord">
          <ac:chgData name="Anoop Subramanya" userId="618c3fb7-450a-44ed-93a4-d96dde159533" providerId="ADAL" clId="{617E18D6-7536-4EA6-BF17-B76E70B48369}" dt="2026-05-27T21:49:51.890" v="231" actId="1076"/>
          <ac:picMkLst>
            <pc:docMk/>
            <pc:sldMk cId="0" sldId="261"/>
            <ac:picMk id="7" creationId="{92F765EB-F619-385D-46CD-2FD53F2BDA55}"/>
          </ac:picMkLst>
        </pc:picChg>
      </pc:sldChg>
      <pc:sldChg chg="addSp modSp mod setBg">
        <pc:chgData name="Anoop Subramanya" userId="618c3fb7-450a-44ed-93a4-d96dde159533" providerId="ADAL" clId="{617E18D6-7536-4EA6-BF17-B76E70B48369}" dt="2026-05-27T21:49:42.628" v="224" actId="26606"/>
        <pc:sldMkLst>
          <pc:docMk/>
          <pc:sldMk cId="2685923628" sldId="262"/>
        </pc:sldMkLst>
        <pc:spChg chg="mod">
          <ac:chgData name="Anoop Subramanya" userId="618c3fb7-450a-44ed-93a4-d96dde159533" providerId="ADAL" clId="{617E18D6-7536-4EA6-BF17-B76E70B48369}" dt="2026-05-27T21:49:42.628" v="224" actId="26606"/>
          <ac:spMkLst>
            <pc:docMk/>
            <pc:sldMk cId="2685923628" sldId="262"/>
            <ac:spMk id="2" creationId="{00000000-0000-0000-0000-000000000000}"/>
          </ac:spMkLst>
        </pc:spChg>
        <pc:spChg chg="mod">
          <ac:chgData name="Anoop Subramanya" userId="618c3fb7-450a-44ed-93a4-d96dde159533" providerId="ADAL" clId="{617E18D6-7536-4EA6-BF17-B76E70B48369}" dt="2026-05-27T21:49:42.628" v="224" actId="26606"/>
          <ac:spMkLst>
            <pc:docMk/>
            <pc:sldMk cId="2685923628" sldId="262"/>
            <ac:spMk id="3" creationId="{00000000-0000-0000-0000-000000000000}"/>
          </ac:spMkLst>
        </pc:spChg>
        <pc:spChg chg="mod">
          <ac:chgData name="Anoop Subramanya" userId="618c3fb7-450a-44ed-93a4-d96dde159533" providerId="ADAL" clId="{617E18D6-7536-4EA6-BF17-B76E70B48369}" dt="2026-05-27T21:49:42.628" v="224" actId="26606"/>
          <ac:spMkLst>
            <pc:docMk/>
            <pc:sldMk cId="2685923628" sldId="262"/>
            <ac:spMk id="4" creationId="{00000000-0000-0000-0000-000000000000}"/>
          </ac:spMkLst>
        </pc:spChg>
        <pc:spChg chg="add">
          <ac:chgData name="Anoop Subramanya" userId="618c3fb7-450a-44ed-93a4-d96dde159533" providerId="ADAL" clId="{617E18D6-7536-4EA6-BF17-B76E70B48369}" dt="2026-05-27T21:49:42.628" v="224" actId="26606"/>
          <ac:spMkLst>
            <pc:docMk/>
            <pc:sldMk cId="2685923628" sldId="262"/>
            <ac:spMk id="10" creationId="{F837543A-6020-4505-A233-C9DB4BF74011}"/>
          </ac:spMkLst>
        </pc:spChg>
        <pc:spChg chg="add">
          <ac:chgData name="Anoop Subramanya" userId="618c3fb7-450a-44ed-93a4-d96dde159533" providerId="ADAL" clId="{617E18D6-7536-4EA6-BF17-B76E70B48369}" dt="2026-05-27T21:49:42.628" v="224" actId="26606"/>
          <ac:spMkLst>
            <pc:docMk/>
            <pc:sldMk cId="2685923628" sldId="262"/>
            <ac:spMk id="14" creationId="{C3C0D90E-074A-4F52-9B11-B52BEF4BCBE5}"/>
          </ac:spMkLst>
        </pc:spChg>
        <pc:spChg chg="add">
          <ac:chgData name="Anoop Subramanya" userId="618c3fb7-450a-44ed-93a4-d96dde159533" providerId="ADAL" clId="{617E18D6-7536-4EA6-BF17-B76E70B48369}" dt="2026-05-27T21:49:42.628" v="224" actId="26606"/>
          <ac:spMkLst>
            <pc:docMk/>
            <pc:sldMk cId="2685923628" sldId="262"/>
            <ac:spMk id="16" creationId="{CABBD4C1-E6F8-46F6-8152-A8A97490BF4D}"/>
          </ac:spMkLst>
        </pc:spChg>
        <pc:spChg chg="add">
          <ac:chgData name="Anoop Subramanya" userId="618c3fb7-450a-44ed-93a4-d96dde159533" providerId="ADAL" clId="{617E18D6-7536-4EA6-BF17-B76E70B48369}" dt="2026-05-27T21:49:42.628" v="224" actId="26606"/>
          <ac:spMkLst>
            <pc:docMk/>
            <pc:sldMk cId="2685923628" sldId="262"/>
            <ac:spMk id="18" creationId="{83BA5EF5-1FE9-4BF9-83BB-269BCDDF6156}"/>
          </ac:spMkLst>
        </pc:spChg>
        <pc:spChg chg="add">
          <ac:chgData name="Anoop Subramanya" userId="618c3fb7-450a-44ed-93a4-d96dde159533" providerId="ADAL" clId="{617E18D6-7536-4EA6-BF17-B76E70B48369}" dt="2026-05-27T21:49:42.628" v="224" actId="26606"/>
          <ac:spMkLst>
            <pc:docMk/>
            <pc:sldMk cId="2685923628" sldId="262"/>
            <ac:spMk id="22" creationId="{88853921-7BC9-4BDE-ACAB-133C683C82D6}"/>
          </ac:spMkLst>
        </pc:spChg>
        <pc:spChg chg="add">
          <ac:chgData name="Anoop Subramanya" userId="618c3fb7-450a-44ed-93a4-d96dde159533" providerId="ADAL" clId="{617E18D6-7536-4EA6-BF17-B76E70B48369}" dt="2026-05-27T21:49:42.628" v="224" actId="26606"/>
          <ac:spMkLst>
            <pc:docMk/>
            <pc:sldMk cId="2685923628" sldId="262"/>
            <ac:spMk id="24" creationId="{09192968-3AE7-4470-A61C-97294BB92731}"/>
          </ac:spMkLst>
        </pc:spChg>
        <pc:spChg chg="add">
          <ac:chgData name="Anoop Subramanya" userId="618c3fb7-450a-44ed-93a4-d96dde159533" providerId="ADAL" clId="{617E18D6-7536-4EA6-BF17-B76E70B48369}" dt="2026-05-27T21:49:42.628" v="224" actId="26606"/>
          <ac:spMkLst>
            <pc:docMk/>
            <pc:sldMk cId="2685923628" sldId="262"/>
            <ac:spMk id="26" creationId="{3AB72E55-43E4-4356-BFE8-E2102CB0B505}"/>
          </ac:spMkLst>
        </pc:spChg>
      </pc:sldChg>
      <pc:sldChg chg="addSp delSp modSp mod setBg modNotes">
        <pc:chgData name="Anoop Subramanya" userId="618c3fb7-450a-44ed-93a4-d96dde159533" providerId="ADAL" clId="{617E18D6-7536-4EA6-BF17-B76E70B48369}" dt="2026-05-27T21:39:26.404" v="77" actId="26606"/>
        <pc:sldMkLst>
          <pc:docMk/>
          <pc:sldMk cId="3290690599" sldId="263"/>
        </pc:sldMkLst>
        <pc:spChg chg="mod">
          <ac:chgData name="Anoop Subramanya" userId="618c3fb7-450a-44ed-93a4-d96dde159533" providerId="ADAL" clId="{617E18D6-7536-4EA6-BF17-B76E70B48369}" dt="2026-05-27T21:39:26.404" v="77" actId="26606"/>
          <ac:spMkLst>
            <pc:docMk/>
            <pc:sldMk cId="3290690599" sldId="263"/>
            <ac:spMk id="2" creationId="{00000000-0000-0000-0000-000000000000}"/>
          </ac:spMkLst>
        </pc:spChg>
        <pc:spChg chg="mod">
          <ac:chgData name="Anoop Subramanya" userId="618c3fb7-450a-44ed-93a4-d96dde159533" providerId="ADAL" clId="{617E18D6-7536-4EA6-BF17-B76E70B48369}" dt="2026-05-27T21:39:26.404" v="77" actId="26606"/>
          <ac:spMkLst>
            <pc:docMk/>
            <pc:sldMk cId="3290690599" sldId="263"/>
            <ac:spMk id="3" creationId="{00000000-0000-0000-0000-000000000000}"/>
          </ac:spMkLst>
        </pc:spChg>
        <pc:spChg chg="mod">
          <ac:chgData name="Anoop Subramanya" userId="618c3fb7-450a-44ed-93a4-d96dde159533" providerId="ADAL" clId="{617E18D6-7536-4EA6-BF17-B76E70B48369}" dt="2026-05-27T21:39:26.404" v="77" actId="26606"/>
          <ac:spMkLst>
            <pc:docMk/>
            <pc:sldMk cId="3290690599" sldId="263"/>
            <ac:spMk id="4" creationId="{00000000-0000-0000-0000-000000000000}"/>
          </ac:spMkLst>
        </pc:spChg>
        <pc:spChg chg="mod">
          <ac:chgData name="Anoop Subramanya" userId="618c3fb7-450a-44ed-93a4-d96dde159533" providerId="ADAL" clId="{617E18D6-7536-4EA6-BF17-B76E70B48369}" dt="2026-05-27T21:39:26.404" v="77" actId="26606"/>
          <ac:spMkLst>
            <pc:docMk/>
            <pc:sldMk cId="3290690599" sldId="263"/>
            <ac:spMk id="5" creationId="{00000000-0000-0000-0000-000000000000}"/>
          </ac:spMkLst>
        </pc:spChg>
        <pc:spChg chg="add del">
          <ac:chgData name="Anoop Subramanya" userId="618c3fb7-450a-44ed-93a4-d96dde159533" providerId="ADAL" clId="{617E18D6-7536-4EA6-BF17-B76E70B48369}" dt="2026-05-27T21:39:26.393" v="76" actId="26606"/>
          <ac:spMkLst>
            <pc:docMk/>
            <pc:sldMk cId="3290690599" sldId="263"/>
            <ac:spMk id="11" creationId="{C0763A76-9F1C-4FC5-82B7-DD475DA461B2}"/>
          </ac:spMkLst>
        </pc:spChg>
        <pc:spChg chg="add del">
          <ac:chgData name="Anoop Subramanya" userId="618c3fb7-450a-44ed-93a4-d96dde159533" providerId="ADAL" clId="{617E18D6-7536-4EA6-BF17-B76E70B48369}" dt="2026-05-27T21:39:26.393" v="76" actId="26606"/>
          <ac:spMkLst>
            <pc:docMk/>
            <pc:sldMk cId="3290690599" sldId="263"/>
            <ac:spMk id="13" creationId="{E81BF4F6-F2CF-4984-9D14-D6966D92F99F}"/>
          </ac:spMkLst>
        </pc:spChg>
        <pc:spChg chg="add">
          <ac:chgData name="Anoop Subramanya" userId="618c3fb7-450a-44ed-93a4-d96dde159533" providerId="ADAL" clId="{617E18D6-7536-4EA6-BF17-B76E70B48369}" dt="2026-05-27T21:39:26.404" v="77" actId="26606"/>
          <ac:spMkLst>
            <pc:docMk/>
            <pc:sldMk cId="3290690599" sldId="263"/>
            <ac:spMk id="15" creationId="{9F7D5CDA-D291-4307-BF55-1381FED29634}"/>
          </ac:spMkLst>
        </pc:spChg>
        <pc:picChg chg="add del">
          <ac:chgData name="Anoop Subramanya" userId="618c3fb7-450a-44ed-93a4-d96dde159533" providerId="ADAL" clId="{617E18D6-7536-4EA6-BF17-B76E70B48369}" dt="2026-05-27T21:39:26.393" v="76" actId="26606"/>
          <ac:picMkLst>
            <pc:docMk/>
            <pc:sldMk cId="3290690599" sldId="263"/>
            <ac:picMk id="7" creationId="{0EF325CF-E72E-7489-2587-04B386ED6A28}"/>
          </ac:picMkLst>
        </pc:picChg>
        <pc:picChg chg="add">
          <ac:chgData name="Anoop Subramanya" userId="618c3fb7-450a-44ed-93a4-d96dde159533" providerId="ADAL" clId="{617E18D6-7536-4EA6-BF17-B76E70B48369}" dt="2026-05-27T21:39:26.404" v="77" actId="26606"/>
          <ac:picMkLst>
            <pc:docMk/>
            <pc:sldMk cId="3290690599" sldId="263"/>
            <ac:picMk id="16" creationId="{FAB7B759-7F35-2B2D-E45D-5F73DFD554E2}"/>
          </ac:picMkLst>
        </pc:picChg>
      </pc:sldChg>
      <pc:sldChg chg="modSp mod">
        <pc:chgData name="Anoop Subramanya" userId="618c3fb7-450a-44ed-93a4-d96dde159533" providerId="ADAL" clId="{617E18D6-7536-4EA6-BF17-B76E70B48369}" dt="2026-05-27T21:38:57.514" v="73" actId="404"/>
        <pc:sldMkLst>
          <pc:docMk/>
          <pc:sldMk cId="4223172755" sldId="264"/>
        </pc:sldMkLst>
        <pc:spChg chg="mod">
          <ac:chgData name="Anoop Subramanya" userId="618c3fb7-450a-44ed-93a4-d96dde159533" providerId="ADAL" clId="{617E18D6-7536-4EA6-BF17-B76E70B48369}" dt="2026-05-27T21:38:52.164" v="70" actId="2711"/>
          <ac:spMkLst>
            <pc:docMk/>
            <pc:sldMk cId="4223172755" sldId="264"/>
            <ac:spMk id="3" creationId="{00000000-0000-0000-0000-000000000000}"/>
          </ac:spMkLst>
        </pc:spChg>
        <pc:spChg chg="mod">
          <ac:chgData name="Anoop Subramanya" userId="618c3fb7-450a-44ed-93a4-d96dde159533" providerId="ADAL" clId="{617E18D6-7536-4EA6-BF17-B76E70B48369}" dt="2026-05-27T21:38:52.164" v="70" actId="2711"/>
          <ac:spMkLst>
            <pc:docMk/>
            <pc:sldMk cId="4223172755" sldId="264"/>
            <ac:spMk id="4" creationId="{00000000-0000-0000-0000-000000000000}"/>
          </ac:spMkLst>
        </pc:spChg>
        <pc:spChg chg="mod">
          <ac:chgData name="Anoop Subramanya" userId="618c3fb7-450a-44ed-93a4-d96dde159533" providerId="ADAL" clId="{617E18D6-7536-4EA6-BF17-B76E70B48369}" dt="2026-05-27T21:38:52.164" v="70" actId="2711"/>
          <ac:spMkLst>
            <pc:docMk/>
            <pc:sldMk cId="4223172755" sldId="264"/>
            <ac:spMk id="5" creationId="{00000000-0000-0000-0000-000000000000}"/>
          </ac:spMkLst>
        </pc:spChg>
        <pc:spChg chg="mod">
          <ac:chgData name="Anoop Subramanya" userId="618c3fb7-450a-44ed-93a4-d96dde159533" providerId="ADAL" clId="{617E18D6-7536-4EA6-BF17-B76E70B48369}" dt="2026-05-27T21:38:57.514" v="73" actId="404"/>
          <ac:spMkLst>
            <pc:docMk/>
            <pc:sldMk cId="4223172755" sldId="264"/>
            <ac:spMk id="10" creationId="{CF02FCDA-25DA-8559-1BC1-B2DAA8841D3D}"/>
          </ac:spMkLst>
        </pc:spChg>
        <pc:spChg chg="mod">
          <ac:chgData name="Anoop Subramanya" userId="618c3fb7-450a-44ed-93a4-d96dde159533" providerId="ADAL" clId="{617E18D6-7536-4EA6-BF17-B76E70B48369}" dt="2026-05-27T21:38:52.164" v="70" actId="2711"/>
          <ac:spMkLst>
            <pc:docMk/>
            <pc:sldMk cId="4223172755" sldId="264"/>
            <ac:spMk id="12" creationId="{7CBB63E0-354A-6FFF-9584-B30890ED7B5F}"/>
          </ac:spMkLst>
        </pc:spChg>
        <pc:picChg chg="mod">
          <ac:chgData name="Anoop Subramanya" userId="618c3fb7-450a-44ed-93a4-d96dde159533" providerId="ADAL" clId="{617E18D6-7536-4EA6-BF17-B76E70B48369}" dt="2026-05-27T21:38:52.164" v="70" actId="2711"/>
          <ac:picMkLst>
            <pc:docMk/>
            <pc:sldMk cId="4223172755" sldId="264"/>
            <ac:picMk id="9" creationId="{9054A072-E117-D889-7A31-30242CB91360}"/>
          </ac:picMkLst>
        </pc:picChg>
      </pc:sldChg>
      <pc:sldChg chg="addSp modSp mod setBg">
        <pc:chgData name="Anoop Subramanya" userId="618c3fb7-450a-44ed-93a4-d96dde159533" providerId="ADAL" clId="{617E18D6-7536-4EA6-BF17-B76E70B48369}" dt="2026-05-27T21:52:07.038" v="272" actId="26606"/>
        <pc:sldMkLst>
          <pc:docMk/>
          <pc:sldMk cId="2595694701" sldId="309"/>
        </pc:sldMkLst>
        <pc:spChg chg="mod">
          <ac:chgData name="Anoop Subramanya" userId="618c3fb7-450a-44ed-93a4-d96dde159533" providerId="ADAL" clId="{617E18D6-7536-4EA6-BF17-B76E70B48369}" dt="2026-05-27T21:52:07.038" v="272" actId="26606"/>
          <ac:spMkLst>
            <pc:docMk/>
            <pc:sldMk cId="2595694701" sldId="309"/>
            <ac:spMk id="3" creationId="{00000000-0000-0000-0000-000000000000}"/>
          </ac:spMkLst>
        </pc:spChg>
        <pc:spChg chg="add">
          <ac:chgData name="Anoop Subramanya" userId="618c3fb7-450a-44ed-93a4-d96dde159533" providerId="ADAL" clId="{617E18D6-7536-4EA6-BF17-B76E70B48369}" dt="2026-05-27T21:52:07.038" v="272" actId="26606"/>
          <ac:spMkLst>
            <pc:docMk/>
            <pc:sldMk cId="2595694701" sldId="309"/>
            <ac:spMk id="8" creationId="{6314D791-4D8A-4854-B8FC-6959656D09AD}"/>
          </ac:spMkLst>
        </pc:spChg>
        <pc:spChg chg="add">
          <ac:chgData name="Anoop Subramanya" userId="618c3fb7-450a-44ed-93a4-d96dde159533" providerId="ADAL" clId="{617E18D6-7536-4EA6-BF17-B76E70B48369}" dt="2026-05-27T21:52:07.038" v="272" actId="26606"/>
          <ac:spMkLst>
            <pc:docMk/>
            <pc:sldMk cId="2595694701" sldId="309"/>
            <ac:spMk id="10" creationId="{15076E76-3EB3-4269-8135-07CAB20E59A5}"/>
          </ac:spMkLst>
        </pc:spChg>
        <pc:grpChg chg="add">
          <ac:chgData name="Anoop Subramanya" userId="618c3fb7-450a-44ed-93a4-d96dde159533" providerId="ADAL" clId="{617E18D6-7536-4EA6-BF17-B76E70B48369}" dt="2026-05-27T21:52:07.038" v="272" actId="26606"/>
          <ac:grpSpMkLst>
            <pc:docMk/>
            <pc:sldMk cId="2595694701" sldId="309"/>
            <ac:grpSpMk id="12" creationId="{5EB3C7E5-50E1-4F9E-AEA3-A6D2190394F1}"/>
          </ac:grpSpMkLst>
        </pc:grpChg>
        <pc:grpChg chg="add">
          <ac:chgData name="Anoop Subramanya" userId="618c3fb7-450a-44ed-93a4-d96dde159533" providerId="ADAL" clId="{617E18D6-7536-4EA6-BF17-B76E70B48369}" dt="2026-05-27T21:52:07.038" v="272" actId="26606"/>
          <ac:grpSpMkLst>
            <pc:docMk/>
            <pc:sldMk cId="2595694701" sldId="309"/>
            <ac:grpSpMk id="18" creationId="{B988F9A4-0578-4C59-8B4A-346E02CF3A3F}"/>
          </ac:grpSpMkLst>
        </pc:grpChg>
      </pc:sldChg>
      <pc:sldChg chg="addSp modSp mod setBg">
        <pc:chgData name="Anoop Subramanya" userId="618c3fb7-450a-44ed-93a4-d96dde159533" providerId="ADAL" clId="{617E18D6-7536-4EA6-BF17-B76E70B48369}" dt="2026-05-27T21:44:46.449" v="152" actId="1076"/>
        <pc:sldMkLst>
          <pc:docMk/>
          <pc:sldMk cId="4044702859" sldId="310"/>
        </pc:sldMkLst>
        <pc:spChg chg="mod">
          <ac:chgData name="Anoop Subramanya" userId="618c3fb7-450a-44ed-93a4-d96dde159533" providerId="ADAL" clId="{617E18D6-7536-4EA6-BF17-B76E70B48369}" dt="2026-05-27T21:44:46.449" v="152" actId="1076"/>
          <ac:spMkLst>
            <pc:docMk/>
            <pc:sldMk cId="4044702859" sldId="310"/>
            <ac:spMk id="3" creationId="{00000000-0000-0000-0000-000000000000}"/>
          </ac:spMkLst>
        </pc:spChg>
        <pc:spChg chg="mod">
          <ac:chgData name="Anoop Subramanya" userId="618c3fb7-450a-44ed-93a4-d96dde159533" providerId="ADAL" clId="{617E18D6-7536-4EA6-BF17-B76E70B48369}" dt="2026-05-27T21:44:31.389" v="144" actId="26606"/>
          <ac:spMkLst>
            <pc:docMk/>
            <pc:sldMk cId="4044702859" sldId="310"/>
            <ac:spMk id="4" creationId="{00000000-0000-0000-0000-000000000000}"/>
          </ac:spMkLst>
        </pc:spChg>
        <pc:spChg chg="mod">
          <ac:chgData name="Anoop Subramanya" userId="618c3fb7-450a-44ed-93a4-d96dde159533" providerId="ADAL" clId="{617E18D6-7536-4EA6-BF17-B76E70B48369}" dt="2026-05-27T21:44:31.389" v="144" actId="26606"/>
          <ac:spMkLst>
            <pc:docMk/>
            <pc:sldMk cId="4044702859" sldId="310"/>
            <ac:spMk id="5" creationId="{00000000-0000-0000-0000-000000000000}"/>
          </ac:spMkLst>
        </pc:spChg>
        <pc:grpChg chg="add">
          <ac:chgData name="Anoop Subramanya" userId="618c3fb7-450a-44ed-93a4-d96dde159533" providerId="ADAL" clId="{617E18D6-7536-4EA6-BF17-B76E70B48369}" dt="2026-05-27T21:44:31.389" v="144" actId="26606"/>
          <ac:grpSpMkLst>
            <pc:docMk/>
            <pc:sldMk cId="4044702859" sldId="310"/>
            <ac:grpSpMk id="14" creationId="{6258F736-B256-8039-9DC6-F4E49A5C5AD5}"/>
          </ac:grpSpMkLst>
        </pc:grpChg>
        <pc:picChg chg="mod ord">
          <ac:chgData name="Anoop Subramanya" userId="618c3fb7-450a-44ed-93a4-d96dde159533" providerId="ADAL" clId="{617E18D6-7536-4EA6-BF17-B76E70B48369}" dt="2026-05-27T21:44:31.389" v="144" actId="26606"/>
          <ac:picMkLst>
            <pc:docMk/>
            <pc:sldMk cId="4044702859" sldId="310"/>
            <ac:picMk id="9" creationId="{79F51C69-24FF-3FC9-341E-B688F8669EB0}"/>
          </ac:picMkLst>
        </pc:picChg>
      </pc:sldChg>
      <pc:sldChg chg="addSp delSp modSp mod setBg">
        <pc:chgData name="Anoop Subramanya" userId="618c3fb7-450a-44ed-93a4-d96dde159533" providerId="ADAL" clId="{617E18D6-7536-4EA6-BF17-B76E70B48369}" dt="2026-05-27T21:45:10.347" v="156" actId="26606"/>
        <pc:sldMkLst>
          <pc:docMk/>
          <pc:sldMk cId="978459607" sldId="311"/>
        </pc:sldMkLst>
        <pc:spChg chg="mod">
          <ac:chgData name="Anoop Subramanya" userId="618c3fb7-450a-44ed-93a4-d96dde159533" providerId="ADAL" clId="{617E18D6-7536-4EA6-BF17-B76E70B48369}" dt="2026-05-27T21:45:00.216" v="153" actId="26606"/>
          <ac:spMkLst>
            <pc:docMk/>
            <pc:sldMk cId="978459607" sldId="311"/>
            <ac:spMk id="2" creationId="{00000000-0000-0000-0000-000000000000}"/>
          </ac:spMkLst>
        </pc:spChg>
        <pc:spChg chg="mod">
          <ac:chgData name="Anoop Subramanya" userId="618c3fb7-450a-44ed-93a4-d96dde159533" providerId="ADAL" clId="{617E18D6-7536-4EA6-BF17-B76E70B48369}" dt="2026-05-27T21:45:06.269" v="155" actId="20577"/>
          <ac:spMkLst>
            <pc:docMk/>
            <pc:sldMk cId="978459607" sldId="311"/>
            <ac:spMk id="3" creationId="{00000000-0000-0000-0000-000000000000}"/>
          </ac:spMkLst>
        </pc:spChg>
        <pc:spChg chg="mod">
          <ac:chgData name="Anoop Subramanya" userId="618c3fb7-450a-44ed-93a4-d96dde159533" providerId="ADAL" clId="{617E18D6-7536-4EA6-BF17-B76E70B48369}" dt="2026-05-27T21:45:00.216" v="153" actId="26606"/>
          <ac:spMkLst>
            <pc:docMk/>
            <pc:sldMk cId="978459607" sldId="311"/>
            <ac:spMk id="4" creationId="{00000000-0000-0000-0000-000000000000}"/>
          </ac:spMkLst>
        </pc:spChg>
        <pc:spChg chg="mod">
          <ac:chgData name="Anoop Subramanya" userId="618c3fb7-450a-44ed-93a4-d96dde159533" providerId="ADAL" clId="{617E18D6-7536-4EA6-BF17-B76E70B48369}" dt="2026-05-27T21:45:00.216" v="153" actId="26606"/>
          <ac:spMkLst>
            <pc:docMk/>
            <pc:sldMk cId="978459607" sldId="311"/>
            <ac:spMk id="5" creationId="{00000000-0000-0000-0000-000000000000}"/>
          </ac:spMkLst>
        </pc:spChg>
        <pc:grpChg chg="add del">
          <ac:chgData name="Anoop Subramanya" userId="618c3fb7-450a-44ed-93a4-d96dde159533" providerId="ADAL" clId="{617E18D6-7536-4EA6-BF17-B76E70B48369}" dt="2026-05-27T21:45:10.347" v="156" actId="26606"/>
          <ac:grpSpMkLst>
            <pc:docMk/>
            <pc:sldMk cId="978459607" sldId="311"/>
            <ac:grpSpMk id="12" creationId="{6258F736-B256-8039-9DC6-F4E49A5C5AD5}"/>
          </ac:grpSpMkLst>
        </pc:grpChg>
        <pc:grpChg chg="add">
          <ac:chgData name="Anoop Subramanya" userId="618c3fb7-450a-44ed-93a4-d96dde159533" providerId="ADAL" clId="{617E18D6-7536-4EA6-BF17-B76E70B48369}" dt="2026-05-27T21:45:10.347" v="156" actId="26606"/>
          <ac:grpSpMkLst>
            <pc:docMk/>
            <pc:sldMk cId="978459607" sldId="311"/>
            <ac:grpSpMk id="19" creationId="{6258F736-B256-8039-9DC6-F4E49A5C5AD5}"/>
          </ac:grpSpMkLst>
        </pc:grpChg>
        <pc:picChg chg="mod ord">
          <ac:chgData name="Anoop Subramanya" userId="618c3fb7-450a-44ed-93a4-d96dde159533" providerId="ADAL" clId="{617E18D6-7536-4EA6-BF17-B76E70B48369}" dt="2026-05-27T21:45:00.216" v="153" actId="26606"/>
          <ac:picMkLst>
            <pc:docMk/>
            <pc:sldMk cId="978459607" sldId="311"/>
            <ac:picMk id="7" creationId="{3F6889A0-047A-7A2C-287B-EF3D6AEBBC2A}"/>
          </ac:picMkLst>
        </pc:picChg>
      </pc:sldChg>
      <pc:sldChg chg="addSp modSp mod setBg">
        <pc:chgData name="Anoop Subramanya" userId="618c3fb7-450a-44ed-93a4-d96dde159533" providerId="ADAL" clId="{617E18D6-7536-4EA6-BF17-B76E70B48369}" dt="2026-05-27T21:45:22.977" v="157" actId="26606"/>
        <pc:sldMkLst>
          <pc:docMk/>
          <pc:sldMk cId="1672567496" sldId="312"/>
        </pc:sldMkLst>
        <pc:spChg chg="mod">
          <ac:chgData name="Anoop Subramanya" userId="618c3fb7-450a-44ed-93a4-d96dde159533" providerId="ADAL" clId="{617E18D6-7536-4EA6-BF17-B76E70B48369}" dt="2026-05-27T21:45:22.977" v="157" actId="26606"/>
          <ac:spMkLst>
            <pc:docMk/>
            <pc:sldMk cId="1672567496" sldId="312"/>
            <ac:spMk id="3" creationId="{00000000-0000-0000-0000-000000000000}"/>
          </ac:spMkLst>
        </pc:spChg>
        <pc:spChg chg="mod">
          <ac:chgData name="Anoop Subramanya" userId="618c3fb7-450a-44ed-93a4-d96dde159533" providerId="ADAL" clId="{617E18D6-7536-4EA6-BF17-B76E70B48369}" dt="2026-05-27T21:45:22.977" v="157" actId="26606"/>
          <ac:spMkLst>
            <pc:docMk/>
            <pc:sldMk cId="1672567496" sldId="312"/>
            <ac:spMk id="4" creationId="{00000000-0000-0000-0000-000000000000}"/>
          </ac:spMkLst>
        </pc:spChg>
        <pc:spChg chg="mod">
          <ac:chgData name="Anoop Subramanya" userId="618c3fb7-450a-44ed-93a4-d96dde159533" providerId="ADAL" clId="{617E18D6-7536-4EA6-BF17-B76E70B48369}" dt="2026-05-27T21:45:22.977" v="157" actId="26606"/>
          <ac:spMkLst>
            <pc:docMk/>
            <pc:sldMk cId="1672567496" sldId="312"/>
            <ac:spMk id="5" creationId="{00000000-0000-0000-0000-000000000000}"/>
          </ac:spMkLst>
        </pc:spChg>
        <pc:grpChg chg="add">
          <ac:chgData name="Anoop Subramanya" userId="618c3fb7-450a-44ed-93a4-d96dde159533" providerId="ADAL" clId="{617E18D6-7536-4EA6-BF17-B76E70B48369}" dt="2026-05-27T21:45:22.977" v="157" actId="26606"/>
          <ac:grpSpMkLst>
            <pc:docMk/>
            <pc:sldMk cId="1672567496" sldId="312"/>
            <ac:grpSpMk id="14" creationId="{6258F736-B256-8039-9DC6-F4E49A5C5AD5}"/>
          </ac:grpSpMkLst>
        </pc:grpChg>
        <pc:picChg chg="mod ord">
          <ac:chgData name="Anoop Subramanya" userId="618c3fb7-450a-44ed-93a4-d96dde159533" providerId="ADAL" clId="{617E18D6-7536-4EA6-BF17-B76E70B48369}" dt="2026-05-27T21:45:22.977" v="157" actId="26606"/>
          <ac:picMkLst>
            <pc:docMk/>
            <pc:sldMk cId="1672567496" sldId="312"/>
            <ac:picMk id="9" creationId="{EA548A0E-649F-0641-8213-0F73F39A7AB1}"/>
          </ac:picMkLst>
        </pc:picChg>
      </pc:sldChg>
      <pc:sldChg chg="addSp modSp mod setBg">
        <pc:chgData name="Anoop Subramanya" userId="618c3fb7-450a-44ed-93a4-d96dde159533" providerId="ADAL" clId="{617E18D6-7536-4EA6-BF17-B76E70B48369}" dt="2026-05-27T21:45:32.388" v="158" actId="26606"/>
        <pc:sldMkLst>
          <pc:docMk/>
          <pc:sldMk cId="811145903" sldId="313"/>
        </pc:sldMkLst>
        <pc:spChg chg="mod">
          <ac:chgData name="Anoop Subramanya" userId="618c3fb7-450a-44ed-93a4-d96dde159533" providerId="ADAL" clId="{617E18D6-7536-4EA6-BF17-B76E70B48369}" dt="2026-05-27T21:45:32.388" v="158" actId="26606"/>
          <ac:spMkLst>
            <pc:docMk/>
            <pc:sldMk cId="811145903" sldId="313"/>
            <ac:spMk id="3" creationId="{00000000-0000-0000-0000-000000000000}"/>
          </ac:spMkLst>
        </pc:spChg>
        <pc:spChg chg="mod">
          <ac:chgData name="Anoop Subramanya" userId="618c3fb7-450a-44ed-93a4-d96dde159533" providerId="ADAL" clId="{617E18D6-7536-4EA6-BF17-B76E70B48369}" dt="2026-05-27T21:45:32.388" v="158" actId="26606"/>
          <ac:spMkLst>
            <pc:docMk/>
            <pc:sldMk cId="811145903" sldId="313"/>
            <ac:spMk id="4" creationId="{00000000-0000-0000-0000-000000000000}"/>
          </ac:spMkLst>
        </pc:spChg>
        <pc:spChg chg="mod">
          <ac:chgData name="Anoop Subramanya" userId="618c3fb7-450a-44ed-93a4-d96dde159533" providerId="ADAL" clId="{617E18D6-7536-4EA6-BF17-B76E70B48369}" dt="2026-05-27T21:45:32.388" v="158" actId="26606"/>
          <ac:spMkLst>
            <pc:docMk/>
            <pc:sldMk cId="811145903" sldId="313"/>
            <ac:spMk id="5" creationId="{00000000-0000-0000-0000-000000000000}"/>
          </ac:spMkLst>
        </pc:spChg>
        <pc:grpChg chg="add">
          <ac:chgData name="Anoop Subramanya" userId="618c3fb7-450a-44ed-93a4-d96dde159533" providerId="ADAL" clId="{617E18D6-7536-4EA6-BF17-B76E70B48369}" dt="2026-05-27T21:45:32.388" v="158" actId="26606"/>
          <ac:grpSpMkLst>
            <pc:docMk/>
            <pc:sldMk cId="811145903" sldId="313"/>
            <ac:grpSpMk id="10" creationId="{6258F736-B256-8039-9DC6-F4E49A5C5AD5}"/>
          </ac:grpSpMkLst>
        </pc:grpChg>
        <pc:picChg chg="mod ord">
          <ac:chgData name="Anoop Subramanya" userId="618c3fb7-450a-44ed-93a4-d96dde159533" providerId="ADAL" clId="{617E18D6-7536-4EA6-BF17-B76E70B48369}" dt="2026-05-27T21:45:32.388" v="158" actId="26606"/>
          <ac:picMkLst>
            <pc:docMk/>
            <pc:sldMk cId="811145903" sldId="313"/>
            <ac:picMk id="2" creationId="{1F7F2CA0-0276-FE04-6B30-AA2B8CBD6009}"/>
          </ac:picMkLst>
        </pc:picChg>
      </pc:sldChg>
      <pc:sldChg chg="addSp modSp mod setBg">
        <pc:chgData name="Anoop Subramanya" userId="618c3fb7-450a-44ed-93a4-d96dde159533" providerId="ADAL" clId="{617E18D6-7536-4EA6-BF17-B76E70B48369}" dt="2026-05-27T21:45:38.229" v="159" actId="26606"/>
        <pc:sldMkLst>
          <pc:docMk/>
          <pc:sldMk cId="2523494275" sldId="314"/>
        </pc:sldMkLst>
        <pc:spChg chg="mod">
          <ac:chgData name="Anoop Subramanya" userId="618c3fb7-450a-44ed-93a4-d96dde159533" providerId="ADAL" clId="{617E18D6-7536-4EA6-BF17-B76E70B48369}" dt="2026-05-27T21:45:38.229" v="159" actId="26606"/>
          <ac:spMkLst>
            <pc:docMk/>
            <pc:sldMk cId="2523494275" sldId="314"/>
            <ac:spMk id="3" creationId="{00000000-0000-0000-0000-000000000000}"/>
          </ac:spMkLst>
        </pc:spChg>
        <pc:spChg chg="mod">
          <ac:chgData name="Anoop Subramanya" userId="618c3fb7-450a-44ed-93a4-d96dde159533" providerId="ADAL" clId="{617E18D6-7536-4EA6-BF17-B76E70B48369}" dt="2026-05-27T21:45:38.229" v="159" actId="26606"/>
          <ac:spMkLst>
            <pc:docMk/>
            <pc:sldMk cId="2523494275" sldId="314"/>
            <ac:spMk id="4" creationId="{00000000-0000-0000-0000-000000000000}"/>
          </ac:spMkLst>
        </pc:spChg>
        <pc:spChg chg="mod">
          <ac:chgData name="Anoop Subramanya" userId="618c3fb7-450a-44ed-93a4-d96dde159533" providerId="ADAL" clId="{617E18D6-7536-4EA6-BF17-B76E70B48369}" dt="2026-05-27T21:45:38.229" v="159" actId="26606"/>
          <ac:spMkLst>
            <pc:docMk/>
            <pc:sldMk cId="2523494275" sldId="314"/>
            <ac:spMk id="5" creationId="{00000000-0000-0000-0000-000000000000}"/>
          </ac:spMkLst>
        </pc:spChg>
        <pc:grpChg chg="add">
          <ac:chgData name="Anoop Subramanya" userId="618c3fb7-450a-44ed-93a4-d96dde159533" providerId="ADAL" clId="{617E18D6-7536-4EA6-BF17-B76E70B48369}" dt="2026-05-27T21:45:38.229" v="159" actId="26606"/>
          <ac:grpSpMkLst>
            <pc:docMk/>
            <pc:sldMk cId="2523494275" sldId="314"/>
            <ac:grpSpMk id="10" creationId="{6258F736-B256-8039-9DC6-F4E49A5C5AD5}"/>
          </ac:grpSpMkLst>
        </pc:grpChg>
        <pc:picChg chg="mod ord">
          <ac:chgData name="Anoop Subramanya" userId="618c3fb7-450a-44ed-93a4-d96dde159533" providerId="ADAL" clId="{617E18D6-7536-4EA6-BF17-B76E70B48369}" dt="2026-05-27T21:45:38.229" v="159" actId="26606"/>
          <ac:picMkLst>
            <pc:docMk/>
            <pc:sldMk cId="2523494275" sldId="314"/>
            <ac:picMk id="2" creationId="{C50FEE51-46F9-E27F-20E5-AB410D6B8052}"/>
          </ac:picMkLst>
        </pc:picChg>
      </pc:sldChg>
      <pc:sldChg chg="addSp delSp modSp mod setBg setClrOvrMap">
        <pc:chgData name="Anoop Subramanya" userId="618c3fb7-450a-44ed-93a4-d96dde159533" providerId="ADAL" clId="{617E18D6-7536-4EA6-BF17-B76E70B48369}" dt="2026-05-27T21:41:53.295" v="115" actId="14100"/>
        <pc:sldMkLst>
          <pc:docMk/>
          <pc:sldMk cId="2751541450" sldId="316"/>
        </pc:sldMkLst>
        <pc:spChg chg="mod ord">
          <ac:chgData name="Anoop Subramanya" userId="618c3fb7-450a-44ed-93a4-d96dde159533" providerId="ADAL" clId="{617E18D6-7536-4EA6-BF17-B76E70B48369}" dt="2026-05-27T21:41:47.786" v="113" actId="1076"/>
          <ac:spMkLst>
            <pc:docMk/>
            <pc:sldMk cId="2751541450" sldId="316"/>
            <ac:spMk id="3" creationId="{00000000-0000-0000-0000-000000000000}"/>
          </ac:spMkLst>
        </pc:spChg>
        <pc:spChg chg="mod">
          <ac:chgData name="Anoop Subramanya" userId="618c3fb7-450a-44ed-93a4-d96dde159533" providerId="ADAL" clId="{617E18D6-7536-4EA6-BF17-B76E70B48369}" dt="2026-05-27T21:41:12.648" v="100" actId="26606"/>
          <ac:spMkLst>
            <pc:docMk/>
            <pc:sldMk cId="2751541450" sldId="316"/>
            <ac:spMk id="4" creationId="{00000000-0000-0000-0000-000000000000}"/>
          </ac:spMkLst>
        </pc:spChg>
        <pc:spChg chg="mod">
          <ac:chgData name="Anoop Subramanya" userId="618c3fb7-450a-44ed-93a4-d96dde159533" providerId="ADAL" clId="{617E18D6-7536-4EA6-BF17-B76E70B48369}" dt="2026-05-27T21:41:12.648" v="100" actId="26606"/>
          <ac:spMkLst>
            <pc:docMk/>
            <pc:sldMk cId="2751541450" sldId="316"/>
            <ac:spMk id="5" creationId="{00000000-0000-0000-0000-000000000000}"/>
          </ac:spMkLst>
        </pc:spChg>
        <pc:spChg chg="add del">
          <ac:chgData name="Anoop Subramanya" userId="618c3fb7-450a-44ed-93a4-d96dde159533" providerId="ADAL" clId="{617E18D6-7536-4EA6-BF17-B76E70B48369}" dt="2026-05-27T21:41:12.648" v="100" actId="26606"/>
          <ac:spMkLst>
            <pc:docMk/>
            <pc:sldMk cId="2751541450" sldId="316"/>
            <ac:spMk id="11" creationId="{C0763A76-9F1C-4FC5-82B7-DD475DA461B2}"/>
          </ac:spMkLst>
        </pc:spChg>
        <pc:spChg chg="add del">
          <ac:chgData name="Anoop Subramanya" userId="618c3fb7-450a-44ed-93a4-d96dde159533" providerId="ADAL" clId="{617E18D6-7536-4EA6-BF17-B76E70B48369}" dt="2026-05-27T21:41:12.648" v="100" actId="26606"/>
          <ac:spMkLst>
            <pc:docMk/>
            <pc:sldMk cId="2751541450" sldId="316"/>
            <ac:spMk id="13" creationId="{E81BF4F6-F2CF-4984-9D14-D6966D92F99F}"/>
          </ac:spMkLst>
        </pc:spChg>
        <pc:spChg chg="add del">
          <ac:chgData name="Anoop Subramanya" userId="618c3fb7-450a-44ed-93a4-d96dde159533" providerId="ADAL" clId="{617E18D6-7536-4EA6-BF17-B76E70B48369}" dt="2026-05-27T21:41:10.997" v="97" actId="26606"/>
          <ac:spMkLst>
            <pc:docMk/>
            <pc:sldMk cId="2751541450" sldId="316"/>
            <ac:spMk id="18" creationId="{C0A1ED06-4733-4020-9C60-81D4D801408D}"/>
          </ac:spMkLst>
        </pc:spChg>
        <pc:spChg chg="add del">
          <ac:chgData name="Anoop Subramanya" userId="618c3fb7-450a-44ed-93a4-d96dde159533" providerId="ADAL" clId="{617E18D6-7536-4EA6-BF17-B76E70B48369}" dt="2026-05-27T21:41:10.997" v="97" actId="26606"/>
          <ac:spMkLst>
            <pc:docMk/>
            <pc:sldMk cId="2751541450" sldId="316"/>
            <ac:spMk id="20" creationId="{B0CA3509-3AF9-45FE-93ED-57BB5D5E8E07}"/>
          </ac:spMkLst>
        </pc:spChg>
        <pc:spChg chg="add del">
          <ac:chgData name="Anoop Subramanya" userId="618c3fb7-450a-44ed-93a4-d96dde159533" providerId="ADAL" clId="{617E18D6-7536-4EA6-BF17-B76E70B48369}" dt="2026-05-27T21:41:12.642" v="99" actId="26606"/>
          <ac:spMkLst>
            <pc:docMk/>
            <pc:sldMk cId="2751541450" sldId="316"/>
            <ac:spMk id="22" creationId="{C0763A76-9F1C-4FC5-82B7-DD475DA461B2}"/>
          </ac:spMkLst>
        </pc:spChg>
        <pc:spChg chg="add del">
          <ac:chgData name="Anoop Subramanya" userId="618c3fb7-450a-44ed-93a4-d96dde159533" providerId="ADAL" clId="{617E18D6-7536-4EA6-BF17-B76E70B48369}" dt="2026-05-27T21:41:12.642" v="99" actId="26606"/>
          <ac:spMkLst>
            <pc:docMk/>
            <pc:sldMk cId="2751541450" sldId="316"/>
            <ac:spMk id="23" creationId="{E81BF4F6-F2CF-4984-9D14-D6966D92F99F}"/>
          </ac:spMkLst>
        </pc:spChg>
        <pc:spChg chg="add">
          <ac:chgData name="Anoop Subramanya" userId="618c3fb7-450a-44ed-93a4-d96dde159533" providerId="ADAL" clId="{617E18D6-7536-4EA6-BF17-B76E70B48369}" dt="2026-05-27T21:41:12.648" v="100" actId="26606"/>
          <ac:spMkLst>
            <pc:docMk/>
            <pc:sldMk cId="2751541450" sldId="316"/>
            <ac:spMk id="25" creationId="{9F7D5CDA-D291-4307-BF55-1381FED29634}"/>
          </ac:spMkLst>
        </pc:spChg>
        <pc:picChg chg="mod ord modCrop">
          <ac:chgData name="Anoop Subramanya" userId="618c3fb7-450a-44ed-93a4-d96dde159533" providerId="ADAL" clId="{617E18D6-7536-4EA6-BF17-B76E70B48369}" dt="2026-05-27T21:41:53.295" v="115" actId="14100"/>
          <ac:picMkLst>
            <pc:docMk/>
            <pc:sldMk cId="2751541450" sldId="316"/>
            <ac:picMk id="6" creationId="{B08D4FF9-DCCC-0D5C-4168-EA5193BB4692}"/>
          </ac:picMkLst>
        </pc:picChg>
      </pc:sldChg>
      <pc:sldChg chg="addSp delSp modSp mod setBg">
        <pc:chgData name="Anoop Subramanya" userId="618c3fb7-450a-44ed-93a4-d96dde159533" providerId="ADAL" clId="{617E18D6-7536-4EA6-BF17-B76E70B48369}" dt="2026-05-27T21:42:23.750" v="122" actId="1076"/>
        <pc:sldMkLst>
          <pc:docMk/>
          <pc:sldMk cId="3150838151" sldId="317"/>
        </pc:sldMkLst>
        <pc:spChg chg="mod">
          <ac:chgData name="Anoop Subramanya" userId="618c3fb7-450a-44ed-93a4-d96dde159533" providerId="ADAL" clId="{617E18D6-7536-4EA6-BF17-B76E70B48369}" dt="2026-05-27T21:42:23.750" v="122" actId="1076"/>
          <ac:spMkLst>
            <pc:docMk/>
            <pc:sldMk cId="3150838151" sldId="317"/>
            <ac:spMk id="3" creationId="{00000000-0000-0000-0000-000000000000}"/>
          </ac:spMkLst>
        </pc:spChg>
        <pc:spChg chg="mod">
          <ac:chgData name="Anoop Subramanya" userId="618c3fb7-450a-44ed-93a4-d96dde159533" providerId="ADAL" clId="{617E18D6-7536-4EA6-BF17-B76E70B48369}" dt="2026-05-27T21:42:03.905" v="118" actId="26606"/>
          <ac:spMkLst>
            <pc:docMk/>
            <pc:sldMk cId="3150838151" sldId="317"/>
            <ac:spMk id="4" creationId="{00000000-0000-0000-0000-000000000000}"/>
          </ac:spMkLst>
        </pc:spChg>
        <pc:spChg chg="mod ord">
          <ac:chgData name="Anoop Subramanya" userId="618c3fb7-450a-44ed-93a4-d96dde159533" providerId="ADAL" clId="{617E18D6-7536-4EA6-BF17-B76E70B48369}" dt="2026-05-27T21:42:03.905" v="118" actId="26606"/>
          <ac:spMkLst>
            <pc:docMk/>
            <pc:sldMk cId="3150838151" sldId="317"/>
            <ac:spMk id="5" creationId="{00000000-0000-0000-0000-000000000000}"/>
          </ac:spMkLst>
        </pc:spChg>
        <pc:spChg chg="add del">
          <ac:chgData name="Anoop Subramanya" userId="618c3fb7-450a-44ed-93a4-d96dde159533" providerId="ADAL" clId="{617E18D6-7536-4EA6-BF17-B76E70B48369}" dt="2026-05-27T21:42:03.900" v="117" actId="26606"/>
          <ac:spMkLst>
            <pc:docMk/>
            <pc:sldMk cId="3150838151" sldId="317"/>
            <ac:spMk id="11" creationId="{2EB492CD-616E-47F8-933B-5E2D952A0593}"/>
          </ac:spMkLst>
        </pc:spChg>
        <pc:spChg chg="add del">
          <ac:chgData name="Anoop Subramanya" userId="618c3fb7-450a-44ed-93a4-d96dde159533" providerId="ADAL" clId="{617E18D6-7536-4EA6-BF17-B76E70B48369}" dt="2026-05-27T21:42:03.900" v="117" actId="26606"/>
          <ac:spMkLst>
            <pc:docMk/>
            <pc:sldMk cId="3150838151" sldId="317"/>
            <ac:spMk id="13" creationId="{59383CF9-23B5-4335-9B21-1791C4CF1C75}"/>
          </ac:spMkLst>
        </pc:spChg>
        <pc:spChg chg="add del">
          <ac:chgData name="Anoop Subramanya" userId="618c3fb7-450a-44ed-93a4-d96dde159533" providerId="ADAL" clId="{617E18D6-7536-4EA6-BF17-B76E70B48369}" dt="2026-05-27T21:42:03.900" v="117" actId="26606"/>
          <ac:spMkLst>
            <pc:docMk/>
            <pc:sldMk cId="3150838151" sldId="317"/>
            <ac:spMk id="15" creationId="{0007FE00-9498-4706-B255-6437B0252C02}"/>
          </ac:spMkLst>
        </pc:spChg>
        <pc:spChg chg="add">
          <ac:chgData name="Anoop Subramanya" userId="618c3fb7-450a-44ed-93a4-d96dde159533" providerId="ADAL" clId="{617E18D6-7536-4EA6-BF17-B76E70B48369}" dt="2026-05-27T21:42:03.905" v="118" actId="26606"/>
          <ac:spMkLst>
            <pc:docMk/>
            <pc:sldMk cId="3150838151" sldId="317"/>
            <ac:spMk id="17" creationId="{9F7D5CDA-D291-4307-BF55-1381FED29634}"/>
          </ac:spMkLst>
        </pc:spChg>
        <pc:picChg chg="mod ord modCrop">
          <ac:chgData name="Anoop Subramanya" userId="618c3fb7-450a-44ed-93a4-d96dde159533" providerId="ADAL" clId="{617E18D6-7536-4EA6-BF17-B76E70B48369}" dt="2026-05-27T21:42:20.465" v="121" actId="1076"/>
          <ac:picMkLst>
            <pc:docMk/>
            <pc:sldMk cId="3150838151" sldId="317"/>
            <ac:picMk id="6" creationId="{660ED1B8-D456-B683-3BF9-03D75197EFC7}"/>
          </ac:picMkLst>
        </pc:picChg>
      </pc:sldChg>
      <pc:sldChg chg="addSp delSp modSp mod setBg">
        <pc:chgData name="Anoop Subramanya" userId="618c3fb7-450a-44ed-93a4-d96dde159533" providerId="ADAL" clId="{617E18D6-7536-4EA6-BF17-B76E70B48369}" dt="2026-05-27T21:40:50.347" v="94" actId="14100"/>
        <pc:sldMkLst>
          <pc:docMk/>
          <pc:sldMk cId="103921217" sldId="318"/>
        </pc:sldMkLst>
        <pc:spChg chg="mod">
          <ac:chgData name="Anoop Subramanya" userId="618c3fb7-450a-44ed-93a4-d96dde159533" providerId="ADAL" clId="{617E18D6-7536-4EA6-BF17-B76E70B48369}" dt="2026-05-27T21:40:50.347" v="94" actId="14100"/>
          <ac:spMkLst>
            <pc:docMk/>
            <pc:sldMk cId="103921217" sldId="318"/>
            <ac:spMk id="2" creationId="{00000000-0000-0000-0000-000000000000}"/>
          </ac:spMkLst>
        </pc:spChg>
        <pc:spChg chg="mod ord">
          <ac:chgData name="Anoop Subramanya" userId="618c3fb7-450a-44ed-93a4-d96dde159533" providerId="ADAL" clId="{617E18D6-7536-4EA6-BF17-B76E70B48369}" dt="2026-05-27T21:40:40.928" v="93" actId="33524"/>
          <ac:spMkLst>
            <pc:docMk/>
            <pc:sldMk cId="103921217" sldId="318"/>
            <ac:spMk id="3" creationId="{00000000-0000-0000-0000-000000000000}"/>
          </ac:spMkLst>
        </pc:spChg>
        <pc:spChg chg="mod ord">
          <ac:chgData name="Anoop Subramanya" userId="618c3fb7-450a-44ed-93a4-d96dde159533" providerId="ADAL" clId="{617E18D6-7536-4EA6-BF17-B76E70B48369}" dt="2026-05-27T21:40:08.633" v="84" actId="26606"/>
          <ac:spMkLst>
            <pc:docMk/>
            <pc:sldMk cId="103921217" sldId="318"/>
            <ac:spMk id="4" creationId="{00000000-0000-0000-0000-000000000000}"/>
          </ac:spMkLst>
        </pc:spChg>
        <pc:spChg chg="mod">
          <ac:chgData name="Anoop Subramanya" userId="618c3fb7-450a-44ed-93a4-d96dde159533" providerId="ADAL" clId="{617E18D6-7536-4EA6-BF17-B76E70B48369}" dt="2026-05-27T21:40:08.633" v="84" actId="26606"/>
          <ac:spMkLst>
            <pc:docMk/>
            <pc:sldMk cId="103921217" sldId="318"/>
            <ac:spMk id="5" creationId="{00000000-0000-0000-0000-000000000000}"/>
          </ac:spMkLst>
        </pc:spChg>
        <pc:spChg chg="add del">
          <ac:chgData name="Anoop Subramanya" userId="618c3fb7-450a-44ed-93a4-d96dde159533" providerId="ADAL" clId="{617E18D6-7536-4EA6-BF17-B76E70B48369}" dt="2026-05-27T21:40:08.628" v="83" actId="26606"/>
          <ac:spMkLst>
            <pc:docMk/>
            <pc:sldMk cId="103921217" sldId="318"/>
            <ac:spMk id="12" creationId="{0D7B6173-1D58-48E2-83CF-37350F315F75}"/>
          </ac:spMkLst>
        </pc:spChg>
        <pc:spChg chg="add del">
          <ac:chgData name="Anoop Subramanya" userId="618c3fb7-450a-44ed-93a4-d96dde159533" providerId="ADAL" clId="{617E18D6-7536-4EA6-BF17-B76E70B48369}" dt="2026-05-27T21:40:08.628" v="83" actId="26606"/>
          <ac:spMkLst>
            <pc:docMk/>
            <pc:sldMk cId="103921217" sldId="318"/>
            <ac:spMk id="14" creationId="{02EBFA83-D4DB-4CA0-B229-9E44634D7FE9}"/>
          </ac:spMkLst>
        </pc:spChg>
        <pc:spChg chg="add del">
          <ac:chgData name="Anoop Subramanya" userId="618c3fb7-450a-44ed-93a4-d96dde159533" providerId="ADAL" clId="{617E18D6-7536-4EA6-BF17-B76E70B48369}" dt="2026-05-27T21:40:08.628" v="83" actId="26606"/>
          <ac:spMkLst>
            <pc:docMk/>
            <pc:sldMk cId="103921217" sldId="318"/>
            <ac:spMk id="18" creationId="{21BDEC81-16A7-4451-B893-C15000083B77}"/>
          </ac:spMkLst>
        </pc:spChg>
        <pc:spChg chg="add del">
          <ac:chgData name="Anoop Subramanya" userId="618c3fb7-450a-44ed-93a4-d96dde159533" providerId="ADAL" clId="{617E18D6-7536-4EA6-BF17-B76E70B48369}" dt="2026-05-27T21:40:08.628" v="83" actId="26606"/>
          <ac:spMkLst>
            <pc:docMk/>
            <pc:sldMk cId="103921217" sldId="318"/>
            <ac:spMk id="20" creationId="{26A515A1-4D80-430E-BE0A-71A290516A82}"/>
          </ac:spMkLst>
        </pc:spChg>
        <pc:spChg chg="add">
          <ac:chgData name="Anoop Subramanya" userId="618c3fb7-450a-44ed-93a4-d96dde159533" providerId="ADAL" clId="{617E18D6-7536-4EA6-BF17-B76E70B48369}" dt="2026-05-27T21:40:08.633" v="84" actId="26606"/>
          <ac:spMkLst>
            <pc:docMk/>
            <pc:sldMk cId="103921217" sldId="318"/>
            <ac:spMk id="22" creationId="{C0763A76-9F1C-4FC5-82B7-DD475DA461B2}"/>
          </ac:spMkLst>
        </pc:spChg>
        <pc:spChg chg="add">
          <ac:chgData name="Anoop Subramanya" userId="618c3fb7-450a-44ed-93a4-d96dde159533" providerId="ADAL" clId="{617E18D6-7536-4EA6-BF17-B76E70B48369}" dt="2026-05-27T21:40:08.633" v="84" actId="26606"/>
          <ac:spMkLst>
            <pc:docMk/>
            <pc:sldMk cId="103921217" sldId="318"/>
            <ac:spMk id="23" creationId="{E81BF4F6-F2CF-4984-9D14-D6966D92F99F}"/>
          </ac:spMkLst>
        </pc:spChg>
        <pc:picChg chg="mod ord modCrop">
          <ac:chgData name="Anoop Subramanya" userId="618c3fb7-450a-44ed-93a4-d96dde159533" providerId="ADAL" clId="{617E18D6-7536-4EA6-BF17-B76E70B48369}" dt="2026-05-27T21:40:33.777" v="92" actId="1076"/>
          <ac:picMkLst>
            <pc:docMk/>
            <pc:sldMk cId="103921217" sldId="318"/>
            <ac:picMk id="7" creationId="{781F3083-FB59-0B53-271E-A724963D8D8B}"/>
          </ac:picMkLst>
        </pc:picChg>
        <pc:picChg chg="add del">
          <ac:chgData name="Anoop Subramanya" userId="618c3fb7-450a-44ed-93a4-d96dde159533" providerId="ADAL" clId="{617E18D6-7536-4EA6-BF17-B76E70B48369}" dt="2026-05-27T21:40:08.628" v="83" actId="26606"/>
          <ac:picMkLst>
            <pc:docMk/>
            <pc:sldMk cId="103921217" sldId="318"/>
            <ac:picMk id="16" creationId="{B0DAC8FB-A162-44E3-A606-C855A03A5B09}"/>
          </ac:picMkLst>
        </pc:picChg>
      </pc:sldChg>
      <pc:sldChg chg="addSp delSp modSp mod setBg">
        <pc:chgData name="Anoop Subramanya" userId="618c3fb7-450a-44ed-93a4-d96dde159533" providerId="ADAL" clId="{617E18D6-7536-4EA6-BF17-B76E70B48369}" dt="2026-05-27T21:47:46.837" v="167" actId="26606"/>
        <pc:sldMkLst>
          <pc:docMk/>
          <pc:sldMk cId="2332339625" sldId="319"/>
        </pc:sldMkLst>
        <pc:spChg chg="mod">
          <ac:chgData name="Anoop Subramanya" userId="618c3fb7-450a-44ed-93a4-d96dde159533" providerId="ADAL" clId="{617E18D6-7536-4EA6-BF17-B76E70B48369}" dt="2026-05-27T21:47:46.834" v="166" actId="26606"/>
          <ac:spMkLst>
            <pc:docMk/>
            <pc:sldMk cId="2332339625" sldId="319"/>
            <ac:spMk id="2" creationId="{00000000-0000-0000-0000-000000000000}"/>
          </ac:spMkLst>
        </pc:spChg>
        <pc:spChg chg="mod">
          <ac:chgData name="Anoop Subramanya" userId="618c3fb7-450a-44ed-93a4-d96dde159533" providerId="ADAL" clId="{617E18D6-7536-4EA6-BF17-B76E70B48369}" dt="2026-05-27T21:47:46.834" v="166" actId="26606"/>
          <ac:spMkLst>
            <pc:docMk/>
            <pc:sldMk cId="2332339625" sldId="319"/>
            <ac:spMk id="3" creationId="{00000000-0000-0000-0000-000000000000}"/>
          </ac:spMkLst>
        </pc:spChg>
        <pc:spChg chg="mod">
          <ac:chgData name="Anoop Subramanya" userId="618c3fb7-450a-44ed-93a4-d96dde159533" providerId="ADAL" clId="{617E18D6-7536-4EA6-BF17-B76E70B48369}" dt="2026-05-27T21:47:46.834" v="166" actId="26606"/>
          <ac:spMkLst>
            <pc:docMk/>
            <pc:sldMk cId="2332339625" sldId="319"/>
            <ac:spMk id="4" creationId="{00000000-0000-0000-0000-000000000000}"/>
          </ac:spMkLst>
        </pc:spChg>
        <pc:spChg chg="mod">
          <ac:chgData name="Anoop Subramanya" userId="618c3fb7-450a-44ed-93a4-d96dde159533" providerId="ADAL" clId="{617E18D6-7536-4EA6-BF17-B76E70B48369}" dt="2026-05-27T21:47:46.834" v="166" actId="26606"/>
          <ac:spMkLst>
            <pc:docMk/>
            <pc:sldMk cId="2332339625" sldId="319"/>
            <ac:spMk id="5" creationId="{00000000-0000-0000-0000-000000000000}"/>
          </ac:spMkLst>
        </pc:spChg>
        <pc:spChg chg="add del">
          <ac:chgData name="Anoop Subramanya" userId="618c3fb7-450a-44ed-93a4-d96dde159533" providerId="ADAL" clId="{617E18D6-7536-4EA6-BF17-B76E70B48369}" dt="2026-05-27T21:47:46.834" v="166" actId="26606"/>
          <ac:spMkLst>
            <pc:docMk/>
            <pc:sldMk cId="2332339625" sldId="319"/>
            <ac:spMk id="19" creationId="{C0763A76-9F1C-4FC5-82B7-DD475DA461B2}"/>
          </ac:spMkLst>
        </pc:spChg>
        <pc:spChg chg="add del">
          <ac:chgData name="Anoop Subramanya" userId="618c3fb7-450a-44ed-93a4-d96dde159533" providerId="ADAL" clId="{617E18D6-7536-4EA6-BF17-B76E70B48369}" dt="2026-05-27T21:47:46.834" v="166" actId="26606"/>
          <ac:spMkLst>
            <pc:docMk/>
            <pc:sldMk cId="2332339625" sldId="319"/>
            <ac:spMk id="21" creationId="{E81BF4F6-F2CF-4984-9D14-D6966D92F99F}"/>
          </ac:spMkLst>
        </pc:spChg>
        <pc:grpChg chg="add del">
          <ac:chgData name="Anoop Subramanya" userId="618c3fb7-450a-44ed-93a4-d96dde159533" providerId="ADAL" clId="{617E18D6-7536-4EA6-BF17-B76E70B48369}" dt="2026-05-27T21:47:46.837" v="167" actId="26606"/>
          <ac:grpSpMkLst>
            <pc:docMk/>
            <pc:sldMk cId="2332339625" sldId="319"/>
            <ac:grpSpMk id="12" creationId="{6258F736-B256-8039-9DC6-F4E49A5C5AD5}"/>
          </ac:grpSpMkLst>
        </pc:grpChg>
        <pc:grpChg chg="add">
          <ac:chgData name="Anoop Subramanya" userId="618c3fb7-450a-44ed-93a4-d96dde159533" providerId="ADAL" clId="{617E18D6-7536-4EA6-BF17-B76E70B48369}" dt="2026-05-27T21:47:46.837" v="167" actId="26606"/>
          <ac:grpSpMkLst>
            <pc:docMk/>
            <pc:sldMk cId="2332339625" sldId="319"/>
            <ac:grpSpMk id="23" creationId="{6258F736-B256-8039-9DC6-F4E49A5C5AD5}"/>
          </ac:grpSpMkLst>
        </pc:grpChg>
        <pc:picChg chg="mod ord">
          <ac:chgData name="Anoop Subramanya" userId="618c3fb7-450a-44ed-93a4-d96dde159533" providerId="ADAL" clId="{617E18D6-7536-4EA6-BF17-B76E70B48369}" dt="2026-05-27T21:47:46.834" v="166" actId="26606"/>
          <ac:picMkLst>
            <pc:docMk/>
            <pc:sldMk cId="2332339625" sldId="319"/>
            <ac:picMk id="7" creationId="{7388EFF3-6DF0-9A07-A9A1-A371387A2A0F}"/>
          </ac:picMkLst>
        </pc:picChg>
      </pc:sldChg>
      <pc:sldChg chg="addSp delSp modSp mod setBg">
        <pc:chgData name="Anoop Subramanya" userId="618c3fb7-450a-44ed-93a4-d96dde159533" providerId="ADAL" clId="{617E18D6-7536-4EA6-BF17-B76E70B48369}" dt="2026-05-27T21:48:55.839" v="208" actId="26606"/>
        <pc:sldMkLst>
          <pc:docMk/>
          <pc:sldMk cId="707642032" sldId="320"/>
        </pc:sldMkLst>
        <pc:spChg chg="mod">
          <ac:chgData name="Anoop Subramanya" userId="618c3fb7-450a-44ed-93a4-d96dde159533" providerId="ADAL" clId="{617E18D6-7536-4EA6-BF17-B76E70B48369}" dt="2026-05-27T21:48:55.839" v="208" actId="26606"/>
          <ac:spMkLst>
            <pc:docMk/>
            <pc:sldMk cId="707642032" sldId="320"/>
            <ac:spMk id="3" creationId="{00000000-0000-0000-0000-000000000000}"/>
          </ac:spMkLst>
        </pc:spChg>
        <pc:spChg chg="mod">
          <ac:chgData name="Anoop Subramanya" userId="618c3fb7-450a-44ed-93a4-d96dde159533" providerId="ADAL" clId="{617E18D6-7536-4EA6-BF17-B76E70B48369}" dt="2026-05-27T21:48:55.839" v="208" actId="26606"/>
          <ac:spMkLst>
            <pc:docMk/>
            <pc:sldMk cId="707642032" sldId="320"/>
            <ac:spMk id="4" creationId="{00000000-0000-0000-0000-000000000000}"/>
          </ac:spMkLst>
        </pc:spChg>
        <pc:spChg chg="mod">
          <ac:chgData name="Anoop Subramanya" userId="618c3fb7-450a-44ed-93a4-d96dde159533" providerId="ADAL" clId="{617E18D6-7536-4EA6-BF17-B76E70B48369}" dt="2026-05-27T21:48:55.839" v="208" actId="26606"/>
          <ac:spMkLst>
            <pc:docMk/>
            <pc:sldMk cId="707642032" sldId="320"/>
            <ac:spMk id="5" creationId="{00000000-0000-0000-0000-000000000000}"/>
          </ac:spMkLst>
        </pc:spChg>
        <pc:spChg chg="add del">
          <ac:chgData name="Anoop Subramanya" userId="618c3fb7-450a-44ed-93a4-d96dde159533" providerId="ADAL" clId="{617E18D6-7536-4EA6-BF17-B76E70B48369}" dt="2026-05-27T21:48:05.066" v="172" actId="22"/>
          <ac:spMkLst>
            <pc:docMk/>
            <pc:sldMk cId="707642032" sldId="320"/>
            <ac:spMk id="6" creationId="{6365CE04-8963-3A20-C48A-E41172E28964}"/>
          </ac:spMkLst>
        </pc:spChg>
        <pc:spChg chg="add mod ord">
          <ac:chgData name="Anoop Subramanya" userId="618c3fb7-450a-44ed-93a4-d96dde159533" providerId="ADAL" clId="{617E18D6-7536-4EA6-BF17-B76E70B48369}" dt="2026-05-27T21:48:55.839" v="208" actId="26606"/>
          <ac:spMkLst>
            <pc:docMk/>
            <pc:sldMk cId="707642032" sldId="320"/>
            <ac:spMk id="8" creationId="{D63C8259-0633-3430-029E-CB1A5907F7E8}"/>
          </ac:spMkLst>
        </pc:spChg>
        <pc:spChg chg="mod">
          <ac:chgData name="Anoop Subramanya" userId="618c3fb7-450a-44ed-93a4-d96dde159533" providerId="ADAL" clId="{617E18D6-7536-4EA6-BF17-B76E70B48369}" dt="2026-05-27T21:48:33.883" v="190" actId="403"/>
          <ac:spMkLst>
            <pc:docMk/>
            <pc:sldMk cId="707642032" sldId="320"/>
            <ac:spMk id="15" creationId="{10B4520A-996E-330C-99DA-69CA4D89E906}"/>
          </ac:spMkLst>
        </pc:spChg>
        <pc:spChg chg="mod">
          <ac:chgData name="Anoop Subramanya" userId="618c3fb7-450a-44ed-93a4-d96dde159533" providerId="ADAL" clId="{617E18D6-7536-4EA6-BF17-B76E70B48369}" dt="2026-05-27T21:48:33.883" v="190" actId="403"/>
          <ac:spMkLst>
            <pc:docMk/>
            <pc:sldMk cId="707642032" sldId="320"/>
            <ac:spMk id="16" creationId="{EC8FA945-E356-695F-18D6-CAD4EF34FE4A}"/>
          </ac:spMkLst>
        </pc:spChg>
        <pc:spChg chg="add">
          <ac:chgData name="Anoop Subramanya" userId="618c3fb7-450a-44ed-93a4-d96dde159533" providerId="ADAL" clId="{617E18D6-7536-4EA6-BF17-B76E70B48369}" dt="2026-05-27T21:48:55.839" v="208" actId="26606"/>
          <ac:spMkLst>
            <pc:docMk/>
            <pc:sldMk cId="707642032" sldId="320"/>
            <ac:spMk id="25" creationId="{DC39DE25-0E4E-0AA7-0932-1D78C2372786}"/>
          </ac:spMkLst>
        </pc:spChg>
        <pc:spChg chg="add">
          <ac:chgData name="Anoop Subramanya" userId="618c3fb7-450a-44ed-93a4-d96dde159533" providerId="ADAL" clId="{617E18D6-7536-4EA6-BF17-B76E70B48369}" dt="2026-05-27T21:48:55.839" v="208" actId="26606"/>
          <ac:spMkLst>
            <pc:docMk/>
            <pc:sldMk cId="707642032" sldId="320"/>
            <ac:spMk id="26" creationId="{AE3A741D-C19B-960A-5803-1C5887147820}"/>
          </ac:spMkLst>
        </pc:spChg>
        <pc:spChg chg="add">
          <ac:chgData name="Anoop Subramanya" userId="618c3fb7-450a-44ed-93a4-d96dde159533" providerId="ADAL" clId="{617E18D6-7536-4EA6-BF17-B76E70B48369}" dt="2026-05-27T21:48:55.839" v="208" actId="26606"/>
          <ac:spMkLst>
            <pc:docMk/>
            <pc:sldMk cId="707642032" sldId="320"/>
            <ac:spMk id="27" creationId="{8D6EA299-0840-6DEA-E670-C49AEBC87E89}"/>
          </ac:spMkLst>
        </pc:spChg>
        <pc:spChg chg="add">
          <ac:chgData name="Anoop Subramanya" userId="618c3fb7-450a-44ed-93a4-d96dde159533" providerId="ADAL" clId="{617E18D6-7536-4EA6-BF17-B76E70B48369}" dt="2026-05-27T21:48:55.839" v="208" actId="26606"/>
          <ac:spMkLst>
            <pc:docMk/>
            <pc:sldMk cId="707642032" sldId="320"/>
            <ac:spMk id="28" creationId="{9C3A50E9-9119-7BC3-083B-2D84CCC78E47}"/>
          </ac:spMkLst>
        </pc:spChg>
        <pc:grpChg chg="add del">
          <ac:chgData name="Anoop Subramanya" userId="618c3fb7-450a-44ed-93a4-d96dde159533" providerId="ADAL" clId="{617E18D6-7536-4EA6-BF17-B76E70B48369}" dt="2026-05-27T21:48:55.839" v="208" actId="26606"/>
          <ac:grpSpMkLst>
            <pc:docMk/>
            <pc:sldMk cId="707642032" sldId="320"/>
            <ac:grpSpMk id="14" creationId="{6258F736-B256-8039-9DC6-F4E49A5C5AD5}"/>
          </ac:grpSpMkLst>
        </pc:grpChg>
        <pc:grpChg chg="add del">
          <ac:chgData name="Anoop Subramanya" userId="618c3fb7-450a-44ed-93a4-d96dde159533" providerId="ADAL" clId="{617E18D6-7536-4EA6-BF17-B76E70B48369}" dt="2026-05-27T21:48:55.828" v="207" actId="26606"/>
          <ac:grpSpMkLst>
            <pc:docMk/>
            <pc:sldMk cId="707642032" sldId="320"/>
            <ac:grpSpMk id="21" creationId="{6258F736-B256-8039-9DC6-F4E49A5C5AD5}"/>
          </ac:grpSpMkLst>
        </pc:grpChg>
        <pc:picChg chg="mod ord">
          <ac:chgData name="Anoop Subramanya" userId="618c3fb7-450a-44ed-93a4-d96dde159533" providerId="ADAL" clId="{617E18D6-7536-4EA6-BF17-B76E70B48369}" dt="2026-05-27T21:48:55.839" v="208" actId="26606"/>
          <ac:picMkLst>
            <pc:docMk/>
            <pc:sldMk cId="707642032" sldId="320"/>
            <ac:picMk id="9" creationId="{A1CE000A-0215-A693-A950-AE9D94D2A8B1}"/>
          </ac:picMkLst>
        </pc:picChg>
      </pc:sldChg>
      <pc:sldChg chg="addSp modSp mod setBg">
        <pc:chgData name="Anoop Subramanya" userId="618c3fb7-450a-44ed-93a4-d96dde159533" providerId="ADAL" clId="{617E18D6-7536-4EA6-BF17-B76E70B48369}" dt="2026-05-27T21:51:29.687" v="264" actId="1076"/>
        <pc:sldMkLst>
          <pc:docMk/>
          <pc:sldMk cId="1595943718" sldId="321"/>
        </pc:sldMkLst>
        <pc:spChg chg="mod">
          <ac:chgData name="Anoop Subramanya" userId="618c3fb7-450a-44ed-93a4-d96dde159533" providerId="ADAL" clId="{617E18D6-7536-4EA6-BF17-B76E70B48369}" dt="2026-05-27T21:51:29.687" v="264" actId="1076"/>
          <ac:spMkLst>
            <pc:docMk/>
            <pc:sldMk cId="1595943718" sldId="321"/>
            <ac:spMk id="3" creationId="{00000000-0000-0000-0000-000000000000}"/>
          </ac:spMkLst>
        </pc:spChg>
        <pc:spChg chg="mod">
          <ac:chgData name="Anoop Subramanya" userId="618c3fb7-450a-44ed-93a4-d96dde159533" providerId="ADAL" clId="{617E18D6-7536-4EA6-BF17-B76E70B48369}" dt="2026-05-27T21:51:10.732" v="256" actId="26606"/>
          <ac:spMkLst>
            <pc:docMk/>
            <pc:sldMk cId="1595943718" sldId="321"/>
            <ac:spMk id="4" creationId="{00000000-0000-0000-0000-000000000000}"/>
          </ac:spMkLst>
        </pc:spChg>
        <pc:spChg chg="mod">
          <ac:chgData name="Anoop Subramanya" userId="618c3fb7-450a-44ed-93a4-d96dde159533" providerId="ADAL" clId="{617E18D6-7536-4EA6-BF17-B76E70B48369}" dt="2026-05-27T21:51:10.732" v="256" actId="26606"/>
          <ac:spMkLst>
            <pc:docMk/>
            <pc:sldMk cId="1595943718" sldId="321"/>
            <ac:spMk id="5" creationId="{00000000-0000-0000-0000-000000000000}"/>
          </ac:spMkLst>
        </pc:spChg>
        <pc:spChg chg="add mod">
          <ac:chgData name="Anoop Subramanya" userId="618c3fb7-450a-44ed-93a4-d96dde159533" providerId="ADAL" clId="{617E18D6-7536-4EA6-BF17-B76E70B48369}" dt="2026-05-27T21:51:27.478" v="263" actId="1076"/>
          <ac:spMkLst>
            <pc:docMk/>
            <pc:sldMk cId="1595943718" sldId="321"/>
            <ac:spMk id="6" creationId="{0B9923DC-8C28-6613-F308-E1EB448FB7DB}"/>
          </ac:spMkLst>
        </pc:spChg>
        <pc:spChg chg="add">
          <ac:chgData name="Anoop Subramanya" userId="618c3fb7-450a-44ed-93a4-d96dde159533" providerId="ADAL" clId="{617E18D6-7536-4EA6-BF17-B76E70B48369}" dt="2026-05-27T21:51:10.732" v="256" actId="26606"/>
          <ac:spMkLst>
            <pc:docMk/>
            <pc:sldMk cId="1595943718" sldId="321"/>
            <ac:spMk id="11" creationId="{3ECBE1F1-D69B-4AFA-ABD5-8E41720EF6DE}"/>
          </ac:spMkLst>
        </pc:spChg>
        <pc:spChg chg="add">
          <ac:chgData name="Anoop Subramanya" userId="618c3fb7-450a-44ed-93a4-d96dde159533" providerId="ADAL" clId="{617E18D6-7536-4EA6-BF17-B76E70B48369}" dt="2026-05-27T21:51:10.732" v="256" actId="26606"/>
          <ac:spMkLst>
            <pc:docMk/>
            <pc:sldMk cId="1595943718" sldId="321"/>
            <ac:spMk id="13" creationId="{603A6265-E10C-4B85-9C20-E75FCAF9CC63}"/>
          </ac:spMkLst>
        </pc:spChg>
        <pc:picChg chg="add">
          <ac:chgData name="Anoop Subramanya" userId="618c3fb7-450a-44ed-93a4-d96dde159533" providerId="ADAL" clId="{617E18D6-7536-4EA6-BF17-B76E70B48369}" dt="2026-05-27T21:51:10.732" v="256" actId="26606"/>
          <ac:picMkLst>
            <pc:docMk/>
            <pc:sldMk cId="1595943718" sldId="321"/>
            <ac:picMk id="7" creationId="{C9676804-4881-E89C-30EF-25FD84A63465}"/>
          </ac:picMkLst>
        </pc:picChg>
      </pc:sldChg>
      <pc:sldChg chg="addSp delSp modSp mod setBg">
        <pc:chgData name="Anoop Subramanya" userId="618c3fb7-450a-44ed-93a4-d96dde159533" providerId="ADAL" clId="{617E18D6-7536-4EA6-BF17-B76E70B48369}" dt="2026-05-27T21:51:05.370" v="255" actId="26606"/>
        <pc:sldMkLst>
          <pc:docMk/>
          <pc:sldMk cId="2047688880" sldId="322"/>
        </pc:sldMkLst>
        <pc:spChg chg="mod">
          <ac:chgData name="Anoop Subramanya" userId="618c3fb7-450a-44ed-93a4-d96dde159533" providerId="ADAL" clId="{617E18D6-7536-4EA6-BF17-B76E70B48369}" dt="2026-05-27T21:51:05.370" v="255" actId="26606"/>
          <ac:spMkLst>
            <pc:docMk/>
            <pc:sldMk cId="2047688880" sldId="322"/>
            <ac:spMk id="2" creationId="{00000000-0000-0000-0000-000000000000}"/>
          </ac:spMkLst>
        </pc:spChg>
        <pc:spChg chg="mod">
          <ac:chgData name="Anoop Subramanya" userId="618c3fb7-450a-44ed-93a4-d96dde159533" providerId="ADAL" clId="{617E18D6-7536-4EA6-BF17-B76E70B48369}" dt="2026-05-27T21:51:05.370" v="255" actId="26606"/>
          <ac:spMkLst>
            <pc:docMk/>
            <pc:sldMk cId="2047688880" sldId="322"/>
            <ac:spMk id="3" creationId="{00000000-0000-0000-0000-000000000000}"/>
          </ac:spMkLst>
        </pc:spChg>
        <pc:spChg chg="mod">
          <ac:chgData name="Anoop Subramanya" userId="618c3fb7-450a-44ed-93a4-d96dde159533" providerId="ADAL" clId="{617E18D6-7536-4EA6-BF17-B76E70B48369}" dt="2026-05-27T21:51:05.370" v="255" actId="26606"/>
          <ac:spMkLst>
            <pc:docMk/>
            <pc:sldMk cId="2047688880" sldId="322"/>
            <ac:spMk id="4" creationId="{00000000-0000-0000-0000-000000000000}"/>
          </ac:spMkLst>
        </pc:spChg>
        <pc:spChg chg="mod">
          <ac:chgData name="Anoop Subramanya" userId="618c3fb7-450a-44ed-93a4-d96dde159533" providerId="ADAL" clId="{617E18D6-7536-4EA6-BF17-B76E70B48369}" dt="2026-05-27T21:51:05.370" v="255" actId="26606"/>
          <ac:spMkLst>
            <pc:docMk/>
            <pc:sldMk cId="2047688880" sldId="322"/>
            <ac:spMk id="5" creationId="{00000000-0000-0000-0000-000000000000}"/>
          </ac:spMkLst>
        </pc:spChg>
        <pc:spChg chg="add del">
          <ac:chgData name="Anoop Subramanya" userId="618c3fb7-450a-44ed-93a4-d96dde159533" providerId="ADAL" clId="{617E18D6-7536-4EA6-BF17-B76E70B48369}" dt="2026-05-27T21:50:59.348" v="250" actId="26606"/>
          <ac:spMkLst>
            <pc:docMk/>
            <pc:sldMk cId="2047688880" sldId="322"/>
            <ac:spMk id="11" creationId="{C0763A76-9F1C-4FC5-82B7-DD475DA461B2}"/>
          </ac:spMkLst>
        </pc:spChg>
        <pc:spChg chg="add del">
          <ac:chgData name="Anoop Subramanya" userId="618c3fb7-450a-44ed-93a4-d96dde159533" providerId="ADAL" clId="{617E18D6-7536-4EA6-BF17-B76E70B48369}" dt="2026-05-27T21:50:59.348" v="250" actId="26606"/>
          <ac:spMkLst>
            <pc:docMk/>
            <pc:sldMk cId="2047688880" sldId="322"/>
            <ac:spMk id="13" creationId="{E81BF4F6-F2CF-4984-9D14-D6966D92F99F}"/>
          </ac:spMkLst>
        </pc:spChg>
        <pc:spChg chg="add del">
          <ac:chgData name="Anoop Subramanya" userId="618c3fb7-450a-44ed-93a4-d96dde159533" providerId="ADAL" clId="{617E18D6-7536-4EA6-BF17-B76E70B48369}" dt="2026-05-27T21:51:00.284" v="252" actId="26606"/>
          <ac:spMkLst>
            <pc:docMk/>
            <pc:sldMk cId="2047688880" sldId="322"/>
            <ac:spMk id="15" creationId="{6CC7D015-0DD8-420F-A568-AC4FEDC41251}"/>
          </ac:spMkLst>
        </pc:spChg>
        <pc:spChg chg="add del">
          <ac:chgData name="Anoop Subramanya" userId="618c3fb7-450a-44ed-93a4-d96dde159533" providerId="ADAL" clId="{617E18D6-7536-4EA6-BF17-B76E70B48369}" dt="2026-05-27T21:51:00.284" v="252" actId="26606"/>
          <ac:spMkLst>
            <pc:docMk/>
            <pc:sldMk cId="2047688880" sldId="322"/>
            <ac:spMk id="16" creationId="{DC595556-C814-4F1F-B0E5-71812F38A8CD}"/>
          </ac:spMkLst>
        </pc:spChg>
        <pc:spChg chg="add del">
          <ac:chgData name="Anoop Subramanya" userId="618c3fb7-450a-44ed-93a4-d96dde159533" providerId="ADAL" clId="{617E18D6-7536-4EA6-BF17-B76E70B48369}" dt="2026-05-27T21:51:05.347" v="254" actId="26606"/>
          <ac:spMkLst>
            <pc:docMk/>
            <pc:sldMk cId="2047688880" sldId="322"/>
            <ac:spMk id="19" creationId="{362810D9-2C5A-477D-949C-C191895477F3}"/>
          </ac:spMkLst>
        </pc:spChg>
        <pc:spChg chg="add del">
          <ac:chgData name="Anoop Subramanya" userId="618c3fb7-450a-44ed-93a4-d96dde159533" providerId="ADAL" clId="{617E18D6-7536-4EA6-BF17-B76E70B48369}" dt="2026-05-27T21:51:05.347" v="254" actId="26606"/>
          <ac:spMkLst>
            <pc:docMk/>
            <pc:sldMk cId="2047688880" sldId="322"/>
            <ac:spMk id="21" creationId="{081E4A58-353D-44AE-B2FC-2A74E2E400F7}"/>
          </ac:spMkLst>
        </pc:spChg>
        <pc:spChg chg="add">
          <ac:chgData name="Anoop Subramanya" userId="618c3fb7-450a-44ed-93a4-d96dde159533" providerId="ADAL" clId="{617E18D6-7536-4EA6-BF17-B76E70B48369}" dt="2026-05-27T21:51:05.370" v="255" actId="26606"/>
          <ac:spMkLst>
            <pc:docMk/>
            <pc:sldMk cId="2047688880" sldId="322"/>
            <ac:spMk id="23" creationId="{C0763A76-9F1C-4FC5-82B7-DD475DA461B2}"/>
          </ac:spMkLst>
        </pc:spChg>
        <pc:spChg chg="add">
          <ac:chgData name="Anoop Subramanya" userId="618c3fb7-450a-44ed-93a4-d96dde159533" providerId="ADAL" clId="{617E18D6-7536-4EA6-BF17-B76E70B48369}" dt="2026-05-27T21:51:05.370" v="255" actId="26606"/>
          <ac:spMkLst>
            <pc:docMk/>
            <pc:sldMk cId="2047688880" sldId="322"/>
            <ac:spMk id="24" creationId="{E81BF4F6-F2CF-4984-9D14-D6966D92F99F}"/>
          </ac:spMkLst>
        </pc:spChg>
        <pc:picChg chg="add del">
          <ac:chgData name="Anoop Subramanya" userId="618c3fb7-450a-44ed-93a4-d96dde159533" providerId="ADAL" clId="{617E18D6-7536-4EA6-BF17-B76E70B48369}" dt="2026-05-27T21:50:59.348" v="250" actId="26606"/>
          <ac:picMkLst>
            <pc:docMk/>
            <pc:sldMk cId="2047688880" sldId="322"/>
            <ac:picMk id="7" creationId="{B3E3055C-6065-97D5-9335-18A2734B831D}"/>
          </ac:picMkLst>
        </pc:picChg>
        <pc:picChg chg="add del">
          <ac:chgData name="Anoop Subramanya" userId="618c3fb7-450a-44ed-93a4-d96dde159533" providerId="ADAL" clId="{617E18D6-7536-4EA6-BF17-B76E70B48369}" dt="2026-05-27T21:51:00.284" v="252" actId="26606"/>
          <ac:picMkLst>
            <pc:docMk/>
            <pc:sldMk cId="2047688880" sldId="322"/>
            <ac:picMk id="17" creationId="{45D619AA-771A-BE7E-FD58-3E3B447DBBF2}"/>
          </ac:picMkLst>
        </pc:picChg>
        <pc:picChg chg="add del">
          <ac:chgData name="Anoop Subramanya" userId="618c3fb7-450a-44ed-93a4-d96dde159533" providerId="ADAL" clId="{617E18D6-7536-4EA6-BF17-B76E70B48369}" dt="2026-05-27T21:51:05.347" v="254" actId="26606"/>
          <ac:picMkLst>
            <pc:docMk/>
            <pc:sldMk cId="2047688880" sldId="322"/>
            <ac:picMk id="20" creationId="{DFC55079-EC94-630B-1E80-0AE20AA08FDE}"/>
          </ac:picMkLst>
        </pc:picChg>
        <pc:picChg chg="add">
          <ac:chgData name="Anoop Subramanya" userId="618c3fb7-450a-44ed-93a4-d96dde159533" providerId="ADAL" clId="{617E18D6-7536-4EA6-BF17-B76E70B48369}" dt="2026-05-27T21:51:05.370" v="255" actId="26606"/>
          <ac:picMkLst>
            <pc:docMk/>
            <pc:sldMk cId="2047688880" sldId="322"/>
            <ac:picMk id="25" creationId="{B3E3055C-6065-97D5-9335-18A2734B831D}"/>
          </ac:picMkLst>
        </pc:picChg>
      </pc:sldChg>
      <pc:sldChg chg="addSp delSp modSp mod setBg">
        <pc:chgData name="Anoop Subramanya" userId="618c3fb7-450a-44ed-93a4-d96dde159533" providerId="ADAL" clId="{617E18D6-7536-4EA6-BF17-B76E70B48369}" dt="2026-05-27T21:52:00.331" v="271" actId="1076"/>
        <pc:sldMkLst>
          <pc:docMk/>
          <pc:sldMk cId="2334096002" sldId="323"/>
        </pc:sldMkLst>
        <pc:spChg chg="mod">
          <ac:chgData name="Anoop Subramanya" userId="618c3fb7-450a-44ed-93a4-d96dde159533" providerId="ADAL" clId="{617E18D6-7536-4EA6-BF17-B76E70B48369}" dt="2026-05-27T21:52:00.331" v="271" actId="1076"/>
          <ac:spMkLst>
            <pc:docMk/>
            <pc:sldMk cId="2334096002" sldId="323"/>
            <ac:spMk id="3" creationId="{491F33B2-3D60-7377-AAF4-6E47C7036024}"/>
          </ac:spMkLst>
        </pc:spChg>
        <pc:spChg chg="mod">
          <ac:chgData name="Anoop Subramanya" userId="618c3fb7-450a-44ed-93a4-d96dde159533" providerId="ADAL" clId="{617E18D6-7536-4EA6-BF17-B76E70B48369}" dt="2026-05-27T21:51:43.413" v="267" actId="26606"/>
          <ac:spMkLst>
            <pc:docMk/>
            <pc:sldMk cId="2334096002" sldId="323"/>
            <ac:spMk id="4" creationId="{C9337E3A-5888-F5E1-195D-45E764FB30EE}"/>
          </ac:spMkLst>
        </pc:spChg>
        <pc:spChg chg="mod">
          <ac:chgData name="Anoop Subramanya" userId="618c3fb7-450a-44ed-93a4-d96dde159533" providerId="ADAL" clId="{617E18D6-7536-4EA6-BF17-B76E70B48369}" dt="2026-05-27T21:51:43.413" v="267" actId="26606"/>
          <ac:spMkLst>
            <pc:docMk/>
            <pc:sldMk cId="2334096002" sldId="323"/>
            <ac:spMk id="5" creationId="{9DB342D3-7A66-B4FA-6AEB-A6A8028831D2}"/>
          </ac:spMkLst>
        </pc:spChg>
        <pc:spChg chg="add del">
          <ac:chgData name="Anoop Subramanya" userId="618c3fb7-450a-44ed-93a4-d96dde159533" providerId="ADAL" clId="{617E18D6-7536-4EA6-BF17-B76E70B48369}" dt="2026-05-27T21:51:43.413" v="267" actId="26606"/>
          <ac:spMkLst>
            <pc:docMk/>
            <pc:sldMk cId="2334096002" sldId="323"/>
            <ac:spMk id="11" creationId="{C0763A76-9F1C-4FC5-82B7-DD475DA461B2}"/>
          </ac:spMkLst>
        </pc:spChg>
        <pc:spChg chg="add del">
          <ac:chgData name="Anoop Subramanya" userId="618c3fb7-450a-44ed-93a4-d96dde159533" providerId="ADAL" clId="{617E18D6-7536-4EA6-BF17-B76E70B48369}" dt="2026-05-27T21:51:43.413" v="267" actId="26606"/>
          <ac:spMkLst>
            <pc:docMk/>
            <pc:sldMk cId="2334096002" sldId="323"/>
            <ac:spMk id="13" creationId="{E81BF4F6-F2CF-4984-9D14-D6966D92F99F}"/>
          </ac:spMkLst>
        </pc:spChg>
        <pc:spChg chg="add del">
          <ac:chgData name="Anoop Subramanya" userId="618c3fb7-450a-44ed-93a4-d96dde159533" providerId="ADAL" clId="{617E18D6-7536-4EA6-BF17-B76E70B48369}" dt="2026-05-27T21:51:52.195" v="270" actId="26606"/>
          <ac:spMkLst>
            <pc:docMk/>
            <pc:sldMk cId="2334096002" sldId="323"/>
            <ac:spMk id="18" creationId="{9F7D5CDA-D291-4307-BF55-1381FED29634}"/>
          </ac:spMkLst>
        </pc:spChg>
        <pc:spChg chg="add">
          <ac:chgData name="Anoop Subramanya" userId="618c3fb7-450a-44ed-93a4-d96dde159533" providerId="ADAL" clId="{617E18D6-7536-4EA6-BF17-B76E70B48369}" dt="2026-05-27T21:51:52.195" v="270" actId="26606"/>
          <ac:spMkLst>
            <pc:docMk/>
            <pc:sldMk cId="2334096002" sldId="323"/>
            <ac:spMk id="24" creationId="{9F7D5CDA-D291-4307-BF55-1381FED29634}"/>
          </ac:spMkLst>
        </pc:spChg>
        <pc:picChg chg="add del mod ord">
          <ac:chgData name="Anoop Subramanya" userId="618c3fb7-450a-44ed-93a4-d96dde159533" providerId="ADAL" clId="{617E18D6-7536-4EA6-BF17-B76E70B48369}" dt="2026-05-27T21:51:48.340" v="269" actId="478"/>
          <ac:picMkLst>
            <pc:docMk/>
            <pc:sldMk cId="2334096002" sldId="323"/>
            <ac:picMk id="7" creationId="{0B8C77EC-63AB-FE9B-D552-314691766EAC}"/>
          </ac:picMkLst>
        </pc:picChg>
        <pc:picChg chg="add">
          <ac:chgData name="Anoop Subramanya" userId="618c3fb7-450a-44ed-93a4-d96dde159533" providerId="ADAL" clId="{617E18D6-7536-4EA6-BF17-B76E70B48369}" dt="2026-05-27T21:51:52.195" v="270" actId="26606"/>
          <ac:picMkLst>
            <pc:docMk/>
            <pc:sldMk cId="2334096002" sldId="323"/>
            <ac:picMk id="20" creationId="{34998374-680D-7451-1CF5-1E657227CAE6}"/>
          </ac:picMkLst>
        </pc:picChg>
      </pc:sldChg>
      <pc:sldChg chg="addSp modSp mod setBg">
        <pc:chgData name="Anoop Subramanya" userId="618c3fb7-450a-44ed-93a4-d96dde159533" providerId="ADAL" clId="{617E18D6-7536-4EA6-BF17-B76E70B48369}" dt="2026-05-27T21:50:49.083" v="248" actId="1076"/>
        <pc:sldMkLst>
          <pc:docMk/>
          <pc:sldMk cId="4134821436" sldId="324"/>
        </pc:sldMkLst>
        <pc:spChg chg="mod">
          <ac:chgData name="Anoop Subramanya" userId="618c3fb7-450a-44ed-93a4-d96dde159533" providerId="ADAL" clId="{617E18D6-7536-4EA6-BF17-B76E70B48369}" dt="2026-05-27T21:50:39.757" v="245" actId="1076"/>
          <ac:spMkLst>
            <pc:docMk/>
            <pc:sldMk cId="4134821436" sldId="324"/>
            <ac:spMk id="3" creationId="{9A52EBB7-E30E-67BC-007F-61BCF867FCCE}"/>
          </ac:spMkLst>
        </pc:spChg>
        <pc:spChg chg="mod">
          <ac:chgData name="Anoop Subramanya" userId="618c3fb7-450a-44ed-93a4-d96dde159533" providerId="ADAL" clId="{617E18D6-7536-4EA6-BF17-B76E70B48369}" dt="2026-05-27T21:50:10.761" v="233" actId="26606"/>
          <ac:spMkLst>
            <pc:docMk/>
            <pc:sldMk cId="4134821436" sldId="324"/>
            <ac:spMk id="4" creationId="{118D8FC7-0143-D8FC-21A8-9F9A9503A4CB}"/>
          </ac:spMkLst>
        </pc:spChg>
        <pc:spChg chg="mod">
          <ac:chgData name="Anoop Subramanya" userId="618c3fb7-450a-44ed-93a4-d96dde159533" providerId="ADAL" clId="{617E18D6-7536-4EA6-BF17-B76E70B48369}" dt="2026-05-27T21:50:10.761" v="233" actId="26606"/>
          <ac:spMkLst>
            <pc:docMk/>
            <pc:sldMk cId="4134821436" sldId="324"/>
            <ac:spMk id="5" creationId="{557B6039-BB2D-3EA7-2251-82E2914854B2}"/>
          </ac:spMkLst>
        </pc:spChg>
        <pc:spChg chg="add mod">
          <ac:chgData name="Anoop Subramanya" userId="618c3fb7-450a-44ed-93a4-d96dde159533" providerId="ADAL" clId="{617E18D6-7536-4EA6-BF17-B76E70B48369}" dt="2026-05-27T21:50:37.282" v="244" actId="1076"/>
          <ac:spMkLst>
            <pc:docMk/>
            <pc:sldMk cId="4134821436" sldId="324"/>
            <ac:spMk id="7" creationId="{25532F00-909B-9F3B-E7D5-80C55D796229}"/>
          </ac:spMkLst>
        </pc:spChg>
        <pc:spChg chg="add">
          <ac:chgData name="Anoop Subramanya" userId="618c3fb7-450a-44ed-93a4-d96dde159533" providerId="ADAL" clId="{617E18D6-7536-4EA6-BF17-B76E70B48369}" dt="2026-05-27T21:50:10.761" v="233" actId="26606"/>
          <ac:spMkLst>
            <pc:docMk/>
            <pc:sldMk cId="4134821436" sldId="324"/>
            <ac:spMk id="11" creationId="{C0763A76-9F1C-4FC5-82B7-DD475DA461B2}"/>
          </ac:spMkLst>
        </pc:spChg>
        <pc:spChg chg="add">
          <ac:chgData name="Anoop Subramanya" userId="618c3fb7-450a-44ed-93a4-d96dde159533" providerId="ADAL" clId="{617E18D6-7536-4EA6-BF17-B76E70B48369}" dt="2026-05-27T21:50:10.761" v="233" actId="26606"/>
          <ac:spMkLst>
            <pc:docMk/>
            <pc:sldMk cId="4134821436" sldId="324"/>
            <ac:spMk id="13" creationId="{E81BF4F6-F2CF-4984-9D14-D6966D92F99F}"/>
          </ac:spMkLst>
        </pc:spChg>
        <pc:picChg chg="mod ord modCrop">
          <ac:chgData name="Anoop Subramanya" userId="618c3fb7-450a-44ed-93a4-d96dde159533" providerId="ADAL" clId="{617E18D6-7536-4EA6-BF17-B76E70B48369}" dt="2026-05-27T21:50:49.083" v="248" actId="1076"/>
          <ac:picMkLst>
            <pc:docMk/>
            <pc:sldMk cId="4134821436" sldId="324"/>
            <ac:picMk id="6" creationId="{0B0E8FB2-5E12-0892-789F-14F0BD452E12}"/>
          </ac:picMkLst>
        </pc:picChg>
      </pc:sldChg>
      <pc:sldChg chg="addSp delSp modSp mod setBg">
        <pc:chgData name="Anoop Subramanya" userId="618c3fb7-450a-44ed-93a4-d96dde159533" providerId="ADAL" clId="{617E18D6-7536-4EA6-BF17-B76E70B48369}" dt="2026-05-27T21:47:24.106" v="162" actId="26606"/>
        <pc:sldMkLst>
          <pc:docMk/>
          <pc:sldMk cId="866246593" sldId="325"/>
        </pc:sldMkLst>
        <pc:spChg chg="mod ord">
          <ac:chgData name="Anoop Subramanya" userId="618c3fb7-450a-44ed-93a4-d96dde159533" providerId="ADAL" clId="{617E18D6-7536-4EA6-BF17-B76E70B48369}" dt="2026-05-27T21:47:24.106" v="162" actId="26606"/>
          <ac:spMkLst>
            <pc:docMk/>
            <pc:sldMk cId="866246593" sldId="325"/>
            <ac:spMk id="2" creationId="{7569DF58-86F7-B22D-5227-9355BB821BD4}"/>
          </ac:spMkLst>
        </pc:spChg>
        <pc:spChg chg="mod ord">
          <ac:chgData name="Anoop Subramanya" userId="618c3fb7-450a-44ed-93a4-d96dde159533" providerId="ADAL" clId="{617E18D6-7536-4EA6-BF17-B76E70B48369}" dt="2026-05-27T21:47:24.106" v="162" actId="26606"/>
          <ac:spMkLst>
            <pc:docMk/>
            <pc:sldMk cId="866246593" sldId="325"/>
            <ac:spMk id="3" creationId="{A5283220-6251-1F54-0C12-5F539FCE98CC}"/>
          </ac:spMkLst>
        </pc:spChg>
        <pc:spChg chg="add del">
          <ac:chgData name="Anoop Subramanya" userId="618c3fb7-450a-44ed-93a4-d96dde159533" providerId="ADAL" clId="{617E18D6-7536-4EA6-BF17-B76E70B48369}" dt="2026-05-27T21:47:24.096" v="161" actId="26606"/>
          <ac:spMkLst>
            <pc:docMk/>
            <pc:sldMk cId="866246593" sldId="325"/>
            <ac:spMk id="11" creationId="{854ECEBE-9353-406C-9313-02A517A310EF}"/>
          </ac:spMkLst>
        </pc:spChg>
        <pc:spChg chg="add del">
          <ac:chgData name="Anoop Subramanya" userId="618c3fb7-450a-44ed-93a4-d96dde159533" providerId="ADAL" clId="{617E18D6-7536-4EA6-BF17-B76E70B48369}" dt="2026-05-27T21:47:24.096" v="161" actId="26606"/>
          <ac:spMkLst>
            <pc:docMk/>
            <pc:sldMk cId="866246593" sldId="325"/>
            <ac:spMk id="13" creationId="{71A74C97-ECC4-4C3A-988A-A72C1F8BBAC8}"/>
          </ac:spMkLst>
        </pc:spChg>
        <pc:spChg chg="add del">
          <ac:chgData name="Anoop Subramanya" userId="618c3fb7-450a-44ed-93a4-d96dde159533" providerId="ADAL" clId="{617E18D6-7536-4EA6-BF17-B76E70B48369}" dt="2026-05-27T21:47:24.096" v="161" actId="26606"/>
          <ac:spMkLst>
            <pc:docMk/>
            <pc:sldMk cId="866246593" sldId="325"/>
            <ac:spMk id="15" creationId="{5FB5F3BA-58DF-40DA-AE44-974A00E0619C}"/>
          </ac:spMkLst>
        </pc:spChg>
        <pc:spChg chg="add del">
          <ac:chgData name="Anoop Subramanya" userId="618c3fb7-450a-44ed-93a4-d96dde159533" providerId="ADAL" clId="{617E18D6-7536-4EA6-BF17-B76E70B48369}" dt="2026-05-27T21:47:24.096" v="161" actId="26606"/>
          <ac:spMkLst>
            <pc:docMk/>
            <pc:sldMk cId="866246593" sldId="325"/>
            <ac:spMk id="17" creationId="{DE1994AC-22D1-4B48-9EDA-BE373E704567}"/>
          </ac:spMkLst>
        </pc:spChg>
        <pc:spChg chg="add del">
          <ac:chgData name="Anoop Subramanya" userId="618c3fb7-450a-44ed-93a4-d96dde159533" providerId="ADAL" clId="{617E18D6-7536-4EA6-BF17-B76E70B48369}" dt="2026-05-27T21:47:24.096" v="161" actId="26606"/>
          <ac:spMkLst>
            <pc:docMk/>
            <pc:sldMk cId="866246593" sldId="325"/>
            <ac:spMk id="19" creationId="{86806086-A782-4311-A63B-1A68574D8067}"/>
          </ac:spMkLst>
        </pc:spChg>
        <pc:spChg chg="add">
          <ac:chgData name="Anoop Subramanya" userId="618c3fb7-450a-44ed-93a4-d96dde159533" providerId="ADAL" clId="{617E18D6-7536-4EA6-BF17-B76E70B48369}" dt="2026-05-27T21:47:24.106" v="162" actId="26606"/>
          <ac:spMkLst>
            <pc:docMk/>
            <pc:sldMk cId="866246593" sldId="325"/>
            <ac:spMk id="21" creationId="{8950AD4C-6AF3-49F8-94E1-DBCAFB39478B}"/>
          </ac:spMkLst>
        </pc:spChg>
        <pc:spChg chg="add">
          <ac:chgData name="Anoop Subramanya" userId="618c3fb7-450a-44ed-93a4-d96dde159533" providerId="ADAL" clId="{617E18D6-7536-4EA6-BF17-B76E70B48369}" dt="2026-05-27T21:47:24.106" v="162" actId="26606"/>
          <ac:spMkLst>
            <pc:docMk/>
            <pc:sldMk cId="866246593" sldId="325"/>
            <ac:spMk id="22" creationId="{0ACBD85E-A404-45CB-B532-1039E479D4C6}"/>
          </ac:spMkLst>
        </pc:spChg>
        <pc:spChg chg="add">
          <ac:chgData name="Anoop Subramanya" userId="618c3fb7-450a-44ed-93a4-d96dde159533" providerId="ADAL" clId="{617E18D6-7536-4EA6-BF17-B76E70B48369}" dt="2026-05-27T21:47:24.106" v="162" actId="26606"/>
          <ac:spMkLst>
            <pc:docMk/>
            <pc:sldMk cId="866246593" sldId="325"/>
            <ac:spMk id="23" creationId="{DB1626B1-BAC7-4893-A5AC-620597685187}"/>
          </ac:spMkLst>
        </pc:spChg>
        <pc:spChg chg="add">
          <ac:chgData name="Anoop Subramanya" userId="618c3fb7-450a-44ed-93a4-d96dde159533" providerId="ADAL" clId="{617E18D6-7536-4EA6-BF17-B76E70B48369}" dt="2026-05-27T21:47:24.106" v="162" actId="26606"/>
          <ac:spMkLst>
            <pc:docMk/>
            <pc:sldMk cId="866246593" sldId="325"/>
            <ac:spMk id="24" creationId="{D64E9910-51FE-45BF-973D-9D2401FD3C63}"/>
          </ac:spMkLst>
        </pc:spChg>
        <pc:picChg chg="mod ord">
          <ac:chgData name="Anoop Subramanya" userId="618c3fb7-450a-44ed-93a4-d96dde159533" providerId="ADAL" clId="{617E18D6-7536-4EA6-BF17-B76E70B48369}" dt="2026-05-27T21:47:24.106" v="162" actId="26606"/>
          <ac:picMkLst>
            <pc:docMk/>
            <pc:sldMk cId="866246593" sldId="325"/>
            <ac:picMk id="4" creationId="{561A56C9-3801-D0BB-033C-5F337CC27A6B}"/>
          </ac:picMkLst>
        </pc:picChg>
        <pc:picChg chg="mod ord">
          <ac:chgData name="Anoop Subramanya" userId="618c3fb7-450a-44ed-93a4-d96dde159533" providerId="ADAL" clId="{617E18D6-7536-4EA6-BF17-B76E70B48369}" dt="2026-05-27T21:47:24.106" v="162" actId="26606"/>
          <ac:picMkLst>
            <pc:docMk/>
            <pc:sldMk cId="866246593" sldId="325"/>
            <ac:picMk id="6" creationId="{DBEA85A7-7DE6-6DE7-C83B-E091253B5315}"/>
          </ac:picMkLst>
        </pc:picChg>
      </pc:sldChg>
      <pc:sldChg chg="addSp delSp modSp mod setBg">
        <pc:chgData name="Anoop Subramanya" userId="618c3fb7-450a-44ed-93a4-d96dde159533" providerId="ADAL" clId="{617E18D6-7536-4EA6-BF17-B76E70B48369}" dt="2026-05-27T21:49:18.935" v="220" actId="27636"/>
        <pc:sldMkLst>
          <pc:docMk/>
          <pc:sldMk cId="2216785569" sldId="326"/>
        </pc:sldMkLst>
        <pc:spChg chg="mod">
          <ac:chgData name="Anoop Subramanya" userId="618c3fb7-450a-44ed-93a4-d96dde159533" providerId="ADAL" clId="{617E18D6-7536-4EA6-BF17-B76E70B48369}" dt="2026-05-27T21:49:10.725" v="213" actId="26606"/>
          <ac:spMkLst>
            <pc:docMk/>
            <pc:sldMk cId="2216785569" sldId="326"/>
            <ac:spMk id="2" creationId="{67F5A5A4-600A-8EE5-221B-BD6D6E1F405C}"/>
          </ac:spMkLst>
        </pc:spChg>
        <pc:spChg chg="mod">
          <ac:chgData name="Anoop Subramanya" userId="618c3fb7-450a-44ed-93a4-d96dde159533" providerId="ADAL" clId="{617E18D6-7536-4EA6-BF17-B76E70B48369}" dt="2026-05-27T21:49:10.725" v="213" actId="26606"/>
          <ac:spMkLst>
            <pc:docMk/>
            <pc:sldMk cId="2216785569" sldId="326"/>
            <ac:spMk id="3" creationId="{D32AE50A-C745-7F77-C9AA-E1D8029117A5}"/>
          </ac:spMkLst>
        </pc:spChg>
        <pc:spChg chg="mod ord">
          <ac:chgData name="Anoop Subramanya" userId="618c3fb7-450a-44ed-93a4-d96dde159533" providerId="ADAL" clId="{617E18D6-7536-4EA6-BF17-B76E70B48369}" dt="2026-05-27T21:49:18.935" v="220" actId="27636"/>
          <ac:spMkLst>
            <pc:docMk/>
            <pc:sldMk cId="2216785569" sldId="326"/>
            <ac:spMk id="6" creationId="{3B2D1E9D-1727-DF98-2B01-E72D635502FF}"/>
          </ac:spMkLst>
        </pc:spChg>
        <pc:spChg chg="add del">
          <ac:chgData name="Anoop Subramanya" userId="618c3fb7-450a-44ed-93a4-d96dde159533" providerId="ADAL" clId="{617E18D6-7536-4EA6-BF17-B76E70B48369}" dt="2026-05-27T21:49:08.868" v="210" actId="26606"/>
          <ac:spMkLst>
            <pc:docMk/>
            <pc:sldMk cId="2216785569" sldId="326"/>
            <ac:spMk id="11" creationId="{AE3A741D-C19B-960A-5803-1C5887147820}"/>
          </ac:spMkLst>
        </pc:spChg>
        <pc:spChg chg="add del">
          <ac:chgData name="Anoop Subramanya" userId="618c3fb7-450a-44ed-93a4-d96dde159533" providerId="ADAL" clId="{617E18D6-7536-4EA6-BF17-B76E70B48369}" dt="2026-05-27T21:49:08.868" v="210" actId="26606"/>
          <ac:spMkLst>
            <pc:docMk/>
            <pc:sldMk cId="2216785569" sldId="326"/>
            <ac:spMk id="13" creationId="{9C3A50E9-9119-7BC3-083B-2D84CCC78E47}"/>
          </ac:spMkLst>
        </pc:spChg>
        <pc:spChg chg="add del">
          <ac:chgData name="Anoop Subramanya" userId="618c3fb7-450a-44ed-93a4-d96dde159533" providerId="ADAL" clId="{617E18D6-7536-4EA6-BF17-B76E70B48369}" dt="2026-05-27T21:49:08.868" v="210" actId="26606"/>
          <ac:spMkLst>
            <pc:docMk/>
            <pc:sldMk cId="2216785569" sldId="326"/>
            <ac:spMk id="15" creationId="{DC39DE25-0E4E-0AA7-0932-1D78C2372786}"/>
          </ac:spMkLst>
        </pc:spChg>
        <pc:spChg chg="add del">
          <ac:chgData name="Anoop Subramanya" userId="618c3fb7-450a-44ed-93a4-d96dde159533" providerId="ADAL" clId="{617E18D6-7536-4EA6-BF17-B76E70B48369}" dt="2026-05-27T21:49:08.868" v="210" actId="26606"/>
          <ac:spMkLst>
            <pc:docMk/>
            <pc:sldMk cId="2216785569" sldId="326"/>
            <ac:spMk id="17" creationId="{8D6EA299-0840-6DEA-E670-C49AEBC87E89}"/>
          </ac:spMkLst>
        </pc:spChg>
        <pc:grpChg chg="add del">
          <ac:chgData name="Anoop Subramanya" userId="618c3fb7-450a-44ed-93a4-d96dde159533" providerId="ADAL" clId="{617E18D6-7536-4EA6-BF17-B76E70B48369}" dt="2026-05-27T21:49:10.717" v="212" actId="26606"/>
          <ac:grpSpMkLst>
            <pc:docMk/>
            <pc:sldMk cId="2216785569" sldId="326"/>
            <ac:grpSpMk id="19" creationId="{114ED94A-C85D-4CD3-4205-438D21CE6B38}"/>
          </ac:grpSpMkLst>
        </pc:grpChg>
        <pc:grpChg chg="add">
          <ac:chgData name="Anoop Subramanya" userId="618c3fb7-450a-44ed-93a4-d96dde159533" providerId="ADAL" clId="{617E18D6-7536-4EA6-BF17-B76E70B48369}" dt="2026-05-27T21:49:10.725" v="213" actId="26606"/>
          <ac:grpSpMkLst>
            <pc:docMk/>
            <pc:sldMk cId="2216785569" sldId="326"/>
            <ac:grpSpMk id="23" creationId="{1FD67D68-9B83-C338-8342-3348D8F22347}"/>
          </ac:grpSpMkLst>
        </pc:grpChg>
        <pc:picChg chg="mod ord">
          <ac:chgData name="Anoop Subramanya" userId="618c3fb7-450a-44ed-93a4-d96dde159533" providerId="ADAL" clId="{617E18D6-7536-4EA6-BF17-B76E70B48369}" dt="2026-05-27T21:49:10.725" v="213" actId="26606"/>
          <ac:picMkLst>
            <pc:docMk/>
            <pc:sldMk cId="2216785569" sldId="326"/>
            <ac:picMk id="4" creationId="{1A995549-DC75-A1F6-9483-0AB72780DFCA}"/>
          </ac:picMkLst>
        </pc:picChg>
      </pc:sldChg>
      <pc:sldChg chg="addSp modSp mod setBg">
        <pc:chgData name="Anoop Subramanya" userId="618c3fb7-450a-44ed-93a4-d96dde159533" providerId="ADAL" clId="{617E18D6-7536-4EA6-BF17-B76E70B48369}" dt="2026-05-27T21:49:29.083" v="223" actId="20577"/>
        <pc:sldMkLst>
          <pc:docMk/>
          <pc:sldMk cId="1892524052" sldId="327"/>
        </pc:sldMkLst>
        <pc:spChg chg="mod ord">
          <ac:chgData name="Anoop Subramanya" userId="618c3fb7-450a-44ed-93a4-d96dde159533" providerId="ADAL" clId="{617E18D6-7536-4EA6-BF17-B76E70B48369}" dt="2026-05-27T21:49:24.403" v="221" actId="26606"/>
          <ac:spMkLst>
            <pc:docMk/>
            <pc:sldMk cId="1892524052" sldId="327"/>
            <ac:spMk id="2" creationId="{5BA85D31-14B2-F9E6-89C8-6A449AF93C4A}"/>
          </ac:spMkLst>
        </pc:spChg>
        <pc:spChg chg="mod ord">
          <ac:chgData name="Anoop Subramanya" userId="618c3fb7-450a-44ed-93a4-d96dde159533" providerId="ADAL" clId="{617E18D6-7536-4EA6-BF17-B76E70B48369}" dt="2026-05-27T21:49:24.403" v="221" actId="26606"/>
          <ac:spMkLst>
            <pc:docMk/>
            <pc:sldMk cId="1892524052" sldId="327"/>
            <ac:spMk id="3" creationId="{FBD17F5D-C393-BC6D-0835-5C4AE624651A}"/>
          </ac:spMkLst>
        </pc:spChg>
        <pc:spChg chg="mod">
          <ac:chgData name="Anoop Subramanya" userId="618c3fb7-450a-44ed-93a4-d96dde159533" providerId="ADAL" clId="{617E18D6-7536-4EA6-BF17-B76E70B48369}" dt="2026-05-27T21:49:29.083" v="223" actId="20577"/>
          <ac:spMkLst>
            <pc:docMk/>
            <pc:sldMk cId="1892524052" sldId="327"/>
            <ac:spMk id="5" creationId="{80BC3A88-05C5-024C-4BCF-A002EFEE4DED}"/>
          </ac:spMkLst>
        </pc:spChg>
        <pc:grpChg chg="add">
          <ac:chgData name="Anoop Subramanya" userId="618c3fb7-450a-44ed-93a4-d96dde159533" providerId="ADAL" clId="{617E18D6-7536-4EA6-BF17-B76E70B48369}" dt="2026-05-27T21:49:24.403" v="221" actId="26606"/>
          <ac:grpSpMkLst>
            <pc:docMk/>
            <pc:sldMk cId="1892524052" sldId="327"/>
            <ac:grpSpMk id="12" creationId="{1FD67D68-9B83-C338-8342-3348D8F22347}"/>
          </ac:grpSpMkLst>
        </pc:grpChg>
        <pc:picChg chg="mod">
          <ac:chgData name="Anoop Subramanya" userId="618c3fb7-450a-44ed-93a4-d96dde159533" providerId="ADAL" clId="{617E18D6-7536-4EA6-BF17-B76E70B48369}" dt="2026-05-27T21:49:24.403" v="221" actId="26606"/>
          <ac:picMkLst>
            <pc:docMk/>
            <pc:sldMk cId="1892524052" sldId="327"/>
            <ac:picMk id="7" creationId="{A4538223-F4F7-B899-4004-CD8873A92733}"/>
          </ac:picMkLst>
        </pc:picChg>
      </pc:sldChg>
      <pc:sldChg chg="addSp delSp modSp mod setBg">
        <pc:chgData name="Anoop Subramanya" userId="618c3fb7-450a-44ed-93a4-d96dde159533" providerId="ADAL" clId="{617E18D6-7536-4EA6-BF17-B76E70B48369}" dt="2026-05-27T21:43:56.593" v="142" actId="20577"/>
        <pc:sldMkLst>
          <pc:docMk/>
          <pc:sldMk cId="259520628" sldId="328"/>
        </pc:sldMkLst>
        <pc:spChg chg="mod ord">
          <ac:chgData name="Anoop Subramanya" userId="618c3fb7-450a-44ed-93a4-d96dde159533" providerId="ADAL" clId="{617E18D6-7536-4EA6-BF17-B76E70B48369}" dt="2026-05-27T21:43:48.483" v="140" actId="26606"/>
          <ac:spMkLst>
            <pc:docMk/>
            <pc:sldMk cId="259520628" sldId="328"/>
            <ac:spMk id="2" creationId="{688BED1A-B1AE-9F50-FB46-39210BBD6258}"/>
          </ac:spMkLst>
        </pc:spChg>
        <pc:spChg chg="mod ord">
          <ac:chgData name="Anoop Subramanya" userId="618c3fb7-450a-44ed-93a4-d96dde159533" providerId="ADAL" clId="{617E18D6-7536-4EA6-BF17-B76E70B48369}" dt="2026-05-27T21:43:48.483" v="140" actId="26606"/>
          <ac:spMkLst>
            <pc:docMk/>
            <pc:sldMk cId="259520628" sldId="328"/>
            <ac:spMk id="3" creationId="{B81E2BF0-59F6-9B60-4288-1B36FFCA1F3A}"/>
          </ac:spMkLst>
        </pc:spChg>
        <pc:spChg chg="add mod ord">
          <ac:chgData name="Anoop Subramanya" userId="618c3fb7-450a-44ed-93a4-d96dde159533" providerId="ADAL" clId="{617E18D6-7536-4EA6-BF17-B76E70B48369}" dt="2026-05-27T21:43:48.483" v="140" actId="26606"/>
          <ac:spMkLst>
            <pc:docMk/>
            <pc:sldMk cId="259520628" sldId="328"/>
            <ac:spMk id="4" creationId="{A90537C4-E149-506B-E6F5-7A6285FA849D}"/>
          </ac:spMkLst>
        </pc:spChg>
        <pc:spChg chg="mod">
          <ac:chgData name="Anoop Subramanya" userId="618c3fb7-450a-44ed-93a4-d96dde159533" providerId="ADAL" clId="{617E18D6-7536-4EA6-BF17-B76E70B48369}" dt="2026-05-27T21:43:56.593" v="142" actId="20577"/>
          <ac:spMkLst>
            <pc:docMk/>
            <pc:sldMk cId="259520628" sldId="328"/>
            <ac:spMk id="7" creationId="{38205127-91B8-607C-EF23-A7BCF8B7926B}"/>
          </ac:spMkLst>
        </pc:spChg>
        <pc:spChg chg="add del">
          <ac:chgData name="Anoop Subramanya" userId="618c3fb7-450a-44ed-93a4-d96dde159533" providerId="ADAL" clId="{617E18D6-7536-4EA6-BF17-B76E70B48369}" dt="2026-05-27T21:43:48.483" v="140" actId="26606"/>
          <ac:spMkLst>
            <pc:docMk/>
            <pc:sldMk cId="259520628" sldId="328"/>
            <ac:spMk id="18" creationId="{4DD35268-6FBE-0BCD-C050-3F804C7C54A2}"/>
          </ac:spMkLst>
        </pc:spChg>
        <pc:grpChg chg="add del">
          <ac:chgData name="Anoop Subramanya" userId="618c3fb7-450a-44ed-93a4-d96dde159533" providerId="ADAL" clId="{617E18D6-7536-4EA6-BF17-B76E70B48369}" dt="2026-05-27T21:43:48.483" v="140" actId="26606"/>
          <ac:grpSpMkLst>
            <pc:docMk/>
            <pc:sldMk cId="259520628" sldId="328"/>
            <ac:grpSpMk id="20" creationId="{F3A0B02E-2A29-A1CD-0D60-A9E1681AF3C7}"/>
          </ac:grpSpMkLst>
        </pc:grpChg>
        <pc:grpChg chg="add">
          <ac:chgData name="Anoop Subramanya" userId="618c3fb7-450a-44ed-93a4-d96dde159533" providerId="ADAL" clId="{617E18D6-7536-4EA6-BF17-B76E70B48369}" dt="2026-05-27T21:43:48.483" v="140" actId="26606"/>
          <ac:grpSpMkLst>
            <pc:docMk/>
            <pc:sldMk cId="259520628" sldId="328"/>
            <ac:grpSpMk id="27" creationId="{6C4ABD91-2B27-6EF9-5A1F-C9800B3EE4FC}"/>
          </ac:grpSpMkLst>
        </pc:grpChg>
        <pc:picChg chg="mod">
          <ac:chgData name="Anoop Subramanya" userId="618c3fb7-450a-44ed-93a4-d96dde159533" providerId="ADAL" clId="{617E18D6-7536-4EA6-BF17-B76E70B48369}" dt="2026-05-27T21:43:48.483" v="140" actId="26606"/>
          <ac:picMkLst>
            <pc:docMk/>
            <pc:sldMk cId="259520628" sldId="328"/>
            <ac:picMk id="9" creationId="{3DA80F3A-2A7A-178E-A6D3-B82CD0855CDB}"/>
          </ac:picMkLst>
        </pc:picChg>
        <pc:picChg chg="mod ord">
          <ac:chgData name="Anoop Subramanya" userId="618c3fb7-450a-44ed-93a4-d96dde159533" providerId="ADAL" clId="{617E18D6-7536-4EA6-BF17-B76E70B48369}" dt="2026-05-27T21:43:48.483" v="140" actId="26606"/>
          <ac:picMkLst>
            <pc:docMk/>
            <pc:sldMk cId="259520628" sldId="328"/>
            <ac:picMk id="11" creationId="{436A8341-39AE-084E-0C96-6F507DEC44E8}"/>
          </ac:picMkLst>
        </pc:picChg>
        <pc:picChg chg="mod">
          <ac:chgData name="Anoop Subramanya" userId="618c3fb7-450a-44ed-93a4-d96dde159533" providerId="ADAL" clId="{617E18D6-7536-4EA6-BF17-B76E70B48369}" dt="2026-05-27T21:43:48.483" v="140" actId="26606"/>
          <ac:picMkLst>
            <pc:docMk/>
            <pc:sldMk cId="259520628" sldId="328"/>
            <ac:picMk id="13" creationId="{E0837094-8892-C1EF-7EE5-4B5BC43B4B72}"/>
          </ac:picMkLst>
        </pc:picChg>
      </pc:sldChg>
      <pc:sldMasterChg chg="modSp modSldLayout">
        <pc:chgData name="Anoop Subramanya" userId="618c3fb7-450a-44ed-93a4-d96dde159533" providerId="ADAL" clId="{617E18D6-7536-4EA6-BF17-B76E70B48369}" dt="2026-05-27T21:36:41.815" v="2"/>
        <pc:sldMasterMkLst>
          <pc:docMk/>
          <pc:sldMasterMk cId="0" sldId="2147483648"/>
        </pc:sldMasterMkLst>
        <pc:spChg chg="mod">
          <ac:chgData name="Anoop Subramanya" userId="618c3fb7-450a-44ed-93a4-d96dde159533" providerId="ADAL" clId="{617E18D6-7536-4EA6-BF17-B76E70B48369}" dt="2026-05-27T21:36:41.815" v="2"/>
          <ac:spMkLst>
            <pc:docMk/>
            <pc:sldMasterMk cId="0" sldId="2147483648"/>
            <ac:spMk id="2" creationId="{00000000-0000-0000-0000-000000000000}"/>
          </ac:spMkLst>
        </pc:spChg>
        <pc:spChg chg="mod">
          <ac:chgData name="Anoop Subramanya" userId="618c3fb7-450a-44ed-93a4-d96dde159533" providerId="ADAL" clId="{617E18D6-7536-4EA6-BF17-B76E70B48369}" dt="2026-05-27T21:36:41.815" v="2"/>
          <ac:spMkLst>
            <pc:docMk/>
            <pc:sldMasterMk cId="0" sldId="2147483648"/>
            <ac:spMk id="3" creationId="{00000000-0000-0000-0000-000000000000}"/>
          </ac:spMkLst>
        </pc:spChg>
        <pc:spChg chg="mod">
          <ac:chgData name="Anoop Subramanya" userId="618c3fb7-450a-44ed-93a4-d96dde159533" providerId="ADAL" clId="{617E18D6-7536-4EA6-BF17-B76E70B48369}" dt="2026-05-27T21:36:41.815" v="2"/>
          <ac:spMkLst>
            <pc:docMk/>
            <pc:sldMasterMk cId="0" sldId="2147483648"/>
            <ac:spMk id="4" creationId="{00000000-0000-0000-0000-000000000000}"/>
          </ac:spMkLst>
        </pc:spChg>
        <pc:spChg chg="mod">
          <ac:chgData name="Anoop Subramanya" userId="618c3fb7-450a-44ed-93a4-d96dde159533" providerId="ADAL" clId="{617E18D6-7536-4EA6-BF17-B76E70B48369}" dt="2026-05-27T21:36:41.815" v="2"/>
          <ac:spMkLst>
            <pc:docMk/>
            <pc:sldMasterMk cId="0" sldId="2147483648"/>
            <ac:spMk id="5" creationId="{00000000-0000-0000-0000-000000000000}"/>
          </ac:spMkLst>
        </pc:spChg>
        <pc:spChg chg="mod">
          <ac:chgData name="Anoop Subramanya" userId="618c3fb7-450a-44ed-93a4-d96dde159533" providerId="ADAL" clId="{617E18D6-7536-4EA6-BF17-B76E70B48369}" dt="2026-05-27T21:36:41.815" v="2"/>
          <ac:spMkLst>
            <pc:docMk/>
            <pc:sldMasterMk cId="0" sldId="2147483648"/>
            <ac:spMk id="6" creationId="{00000000-0000-0000-0000-000000000000}"/>
          </ac:spMkLst>
        </pc:spChg>
        <pc:sldLayoutChg chg="modSp">
          <pc:chgData name="Anoop Subramanya" userId="618c3fb7-450a-44ed-93a4-d96dde159533" providerId="ADAL" clId="{617E18D6-7536-4EA6-BF17-B76E70B48369}" dt="2026-05-27T21:36:41.815" v="2"/>
          <pc:sldLayoutMkLst>
            <pc:docMk/>
            <pc:sldMasterMk cId="0" sldId="2147483648"/>
            <pc:sldLayoutMk cId="0" sldId="2147483649"/>
          </pc:sldLayoutMkLst>
          <pc:spChg chg="mod">
            <ac:chgData name="Anoop Subramanya" userId="618c3fb7-450a-44ed-93a4-d96dde159533" providerId="ADAL" clId="{617E18D6-7536-4EA6-BF17-B76E70B48369}" dt="2026-05-27T21:36:41.815" v="2"/>
            <ac:spMkLst>
              <pc:docMk/>
              <pc:sldMasterMk cId="0" sldId="2147483648"/>
              <pc:sldLayoutMk cId="0" sldId="2147483649"/>
              <ac:spMk id="2" creationId="{00000000-0000-0000-0000-000000000000}"/>
            </ac:spMkLst>
          </pc:spChg>
          <pc:spChg chg="mod">
            <ac:chgData name="Anoop Subramanya" userId="618c3fb7-450a-44ed-93a4-d96dde159533" providerId="ADAL" clId="{617E18D6-7536-4EA6-BF17-B76E70B48369}" dt="2026-05-27T21:36:41.815" v="2"/>
            <ac:spMkLst>
              <pc:docMk/>
              <pc:sldMasterMk cId="0" sldId="2147483648"/>
              <pc:sldLayoutMk cId="0" sldId="2147483649"/>
              <ac:spMk id="3" creationId="{00000000-0000-0000-0000-000000000000}"/>
            </ac:spMkLst>
          </pc:spChg>
        </pc:sldLayoutChg>
        <pc:sldLayoutChg chg="modSp">
          <pc:chgData name="Anoop Subramanya" userId="618c3fb7-450a-44ed-93a4-d96dde159533" providerId="ADAL" clId="{617E18D6-7536-4EA6-BF17-B76E70B48369}" dt="2026-05-27T21:36:41.815" v="2"/>
          <pc:sldLayoutMkLst>
            <pc:docMk/>
            <pc:sldMasterMk cId="0" sldId="2147483648"/>
            <pc:sldLayoutMk cId="0" sldId="2147483651"/>
          </pc:sldLayoutMkLst>
          <pc:spChg chg="mod">
            <ac:chgData name="Anoop Subramanya" userId="618c3fb7-450a-44ed-93a4-d96dde159533" providerId="ADAL" clId="{617E18D6-7536-4EA6-BF17-B76E70B48369}" dt="2026-05-27T21:36:41.815" v="2"/>
            <ac:spMkLst>
              <pc:docMk/>
              <pc:sldMasterMk cId="0" sldId="2147483648"/>
              <pc:sldLayoutMk cId="0" sldId="2147483651"/>
              <ac:spMk id="2" creationId="{00000000-0000-0000-0000-000000000000}"/>
            </ac:spMkLst>
          </pc:spChg>
          <pc:spChg chg="mod">
            <ac:chgData name="Anoop Subramanya" userId="618c3fb7-450a-44ed-93a4-d96dde159533" providerId="ADAL" clId="{617E18D6-7536-4EA6-BF17-B76E70B48369}" dt="2026-05-27T21:36:41.815" v="2"/>
            <ac:spMkLst>
              <pc:docMk/>
              <pc:sldMasterMk cId="0" sldId="2147483648"/>
              <pc:sldLayoutMk cId="0" sldId="2147483651"/>
              <ac:spMk id="3" creationId="{00000000-0000-0000-0000-000000000000}"/>
            </ac:spMkLst>
          </pc:spChg>
        </pc:sldLayoutChg>
        <pc:sldLayoutChg chg="modSp">
          <pc:chgData name="Anoop Subramanya" userId="618c3fb7-450a-44ed-93a4-d96dde159533" providerId="ADAL" clId="{617E18D6-7536-4EA6-BF17-B76E70B48369}" dt="2026-05-27T21:36:41.815" v="2"/>
          <pc:sldLayoutMkLst>
            <pc:docMk/>
            <pc:sldMasterMk cId="0" sldId="2147483648"/>
            <pc:sldLayoutMk cId="0" sldId="2147483652"/>
          </pc:sldLayoutMkLst>
          <pc:spChg chg="mod">
            <ac:chgData name="Anoop Subramanya" userId="618c3fb7-450a-44ed-93a4-d96dde159533" providerId="ADAL" clId="{617E18D6-7536-4EA6-BF17-B76E70B48369}" dt="2026-05-27T21:36:41.815" v="2"/>
            <ac:spMkLst>
              <pc:docMk/>
              <pc:sldMasterMk cId="0" sldId="2147483648"/>
              <pc:sldLayoutMk cId="0" sldId="2147483652"/>
              <ac:spMk id="3" creationId="{00000000-0000-0000-0000-000000000000}"/>
            </ac:spMkLst>
          </pc:spChg>
          <pc:spChg chg="mod">
            <ac:chgData name="Anoop Subramanya" userId="618c3fb7-450a-44ed-93a4-d96dde159533" providerId="ADAL" clId="{617E18D6-7536-4EA6-BF17-B76E70B48369}" dt="2026-05-27T21:36:41.815" v="2"/>
            <ac:spMkLst>
              <pc:docMk/>
              <pc:sldMasterMk cId="0" sldId="2147483648"/>
              <pc:sldLayoutMk cId="0" sldId="2147483652"/>
              <ac:spMk id="4" creationId="{00000000-0000-0000-0000-000000000000}"/>
            </ac:spMkLst>
          </pc:spChg>
        </pc:sldLayoutChg>
        <pc:sldLayoutChg chg="modSp">
          <pc:chgData name="Anoop Subramanya" userId="618c3fb7-450a-44ed-93a4-d96dde159533" providerId="ADAL" clId="{617E18D6-7536-4EA6-BF17-B76E70B48369}" dt="2026-05-27T21:36:41.815" v="2"/>
          <pc:sldLayoutMkLst>
            <pc:docMk/>
            <pc:sldMasterMk cId="0" sldId="2147483648"/>
            <pc:sldLayoutMk cId="0" sldId="2147483653"/>
          </pc:sldLayoutMkLst>
          <pc:spChg chg="mod">
            <ac:chgData name="Anoop Subramanya" userId="618c3fb7-450a-44ed-93a4-d96dde159533" providerId="ADAL" clId="{617E18D6-7536-4EA6-BF17-B76E70B48369}" dt="2026-05-27T21:36:41.815" v="2"/>
            <ac:spMkLst>
              <pc:docMk/>
              <pc:sldMasterMk cId="0" sldId="2147483648"/>
              <pc:sldLayoutMk cId="0" sldId="2147483653"/>
              <ac:spMk id="3" creationId="{00000000-0000-0000-0000-000000000000}"/>
            </ac:spMkLst>
          </pc:spChg>
          <pc:spChg chg="mod">
            <ac:chgData name="Anoop Subramanya" userId="618c3fb7-450a-44ed-93a4-d96dde159533" providerId="ADAL" clId="{617E18D6-7536-4EA6-BF17-B76E70B48369}" dt="2026-05-27T21:36:41.815" v="2"/>
            <ac:spMkLst>
              <pc:docMk/>
              <pc:sldMasterMk cId="0" sldId="2147483648"/>
              <pc:sldLayoutMk cId="0" sldId="2147483653"/>
              <ac:spMk id="4" creationId="{00000000-0000-0000-0000-000000000000}"/>
            </ac:spMkLst>
          </pc:spChg>
          <pc:spChg chg="mod">
            <ac:chgData name="Anoop Subramanya" userId="618c3fb7-450a-44ed-93a4-d96dde159533" providerId="ADAL" clId="{617E18D6-7536-4EA6-BF17-B76E70B48369}" dt="2026-05-27T21:36:41.815" v="2"/>
            <ac:spMkLst>
              <pc:docMk/>
              <pc:sldMasterMk cId="0" sldId="2147483648"/>
              <pc:sldLayoutMk cId="0" sldId="2147483653"/>
              <ac:spMk id="5" creationId="{00000000-0000-0000-0000-000000000000}"/>
            </ac:spMkLst>
          </pc:spChg>
          <pc:spChg chg="mod">
            <ac:chgData name="Anoop Subramanya" userId="618c3fb7-450a-44ed-93a4-d96dde159533" providerId="ADAL" clId="{617E18D6-7536-4EA6-BF17-B76E70B48369}" dt="2026-05-27T21:36:41.815" v="2"/>
            <ac:spMkLst>
              <pc:docMk/>
              <pc:sldMasterMk cId="0" sldId="2147483648"/>
              <pc:sldLayoutMk cId="0" sldId="2147483653"/>
              <ac:spMk id="6" creationId="{00000000-0000-0000-0000-000000000000}"/>
            </ac:spMkLst>
          </pc:spChg>
        </pc:sldLayoutChg>
        <pc:sldLayoutChg chg="modSp">
          <pc:chgData name="Anoop Subramanya" userId="618c3fb7-450a-44ed-93a4-d96dde159533" providerId="ADAL" clId="{617E18D6-7536-4EA6-BF17-B76E70B48369}" dt="2026-05-27T21:36:41.815" v="2"/>
          <pc:sldLayoutMkLst>
            <pc:docMk/>
            <pc:sldMasterMk cId="0" sldId="2147483648"/>
            <pc:sldLayoutMk cId="0" sldId="2147483656"/>
          </pc:sldLayoutMkLst>
          <pc:spChg chg="mod">
            <ac:chgData name="Anoop Subramanya" userId="618c3fb7-450a-44ed-93a4-d96dde159533" providerId="ADAL" clId="{617E18D6-7536-4EA6-BF17-B76E70B48369}" dt="2026-05-27T21:36:41.815" v="2"/>
            <ac:spMkLst>
              <pc:docMk/>
              <pc:sldMasterMk cId="0" sldId="2147483648"/>
              <pc:sldLayoutMk cId="0" sldId="2147483656"/>
              <ac:spMk id="2" creationId="{00000000-0000-0000-0000-000000000000}"/>
            </ac:spMkLst>
          </pc:spChg>
          <pc:spChg chg="mod">
            <ac:chgData name="Anoop Subramanya" userId="618c3fb7-450a-44ed-93a4-d96dde159533" providerId="ADAL" clId="{617E18D6-7536-4EA6-BF17-B76E70B48369}" dt="2026-05-27T21:36:41.815" v="2"/>
            <ac:spMkLst>
              <pc:docMk/>
              <pc:sldMasterMk cId="0" sldId="2147483648"/>
              <pc:sldLayoutMk cId="0" sldId="2147483656"/>
              <ac:spMk id="3" creationId="{00000000-0000-0000-0000-000000000000}"/>
            </ac:spMkLst>
          </pc:spChg>
          <pc:spChg chg="mod">
            <ac:chgData name="Anoop Subramanya" userId="618c3fb7-450a-44ed-93a4-d96dde159533" providerId="ADAL" clId="{617E18D6-7536-4EA6-BF17-B76E70B48369}" dt="2026-05-27T21:36:41.815" v="2"/>
            <ac:spMkLst>
              <pc:docMk/>
              <pc:sldMasterMk cId="0" sldId="2147483648"/>
              <pc:sldLayoutMk cId="0" sldId="2147483656"/>
              <ac:spMk id="4" creationId="{00000000-0000-0000-0000-000000000000}"/>
            </ac:spMkLst>
          </pc:spChg>
        </pc:sldLayoutChg>
        <pc:sldLayoutChg chg="modSp">
          <pc:chgData name="Anoop Subramanya" userId="618c3fb7-450a-44ed-93a4-d96dde159533" providerId="ADAL" clId="{617E18D6-7536-4EA6-BF17-B76E70B48369}" dt="2026-05-27T21:36:41.815" v="2"/>
          <pc:sldLayoutMkLst>
            <pc:docMk/>
            <pc:sldMasterMk cId="0" sldId="2147483648"/>
            <pc:sldLayoutMk cId="0" sldId="2147483657"/>
          </pc:sldLayoutMkLst>
          <pc:spChg chg="mod">
            <ac:chgData name="Anoop Subramanya" userId="618c3fb7-450a-44ed-93a4-d96dde159533" providerId="ADAL" clId="{617E18D6-7536-4EA6-BF17-B76E70B48369}" dt="2026-05-27T21:36:41.815" v="2"/>
            <ac:spMkLst>
              <pc:docMk/>
              <pc:sldMasterMk cId="0" sldId="2147483648"/>
              <pc:sldLayoutMk cId="0" sldId="2147483657"/>
              <ac:spMk id="2" creationId="{00000000-0000-0000-0000-000000000000}"/>
            </ac:spMkLst>
          </pc:spChg>
          <pc:spChg chg="mod">
            <ac:chgData name="Anoop Subramanya" userId="618c3fb7-450a-44ed-93a4-d96dde159533" providerId="ADAL" clId="{617E18D6-7536-4EA6-BF17-B76E70B48369}" dt="2026-05-27T21:36:41.815" v="2"/>
            <ac:spMkLst>
              <pc:docMk/>
              <pc:sldMasterMk cId="0" sldId="2147483648"/>
              <pc:sldLayoutMk cId="0" sldId="2147483657"/>
              <ac:spMk id="3" creationId="{00000000-0000-0000-0000-000000000000}"/>
            </ac:spMkLst>
          </pc:spChg>
          <pc:spChg chg="mod">
            <ac:chgData name="Anoop Subramanya" userId="618c3fb7-450a-44ed-93a4-d96dde159533" providerId="ADAL" clId="{617E18D6-7536-4EA6-BF17-B76E70B48369}" dt="2026-05-27T21:36:41.815" v="2"/>
            <ac:spMkLst>
              <pc:docMk/>
              <pc:sldMasterMk cId="0" sldId="2147483648"/>
              <pc:sldLayoutMk cId="0" sldId="2147483657"/>
              <ac:spMk id="4" creationId="{00000000-0000-0000-0000-000000000000}"/>
            </ac:spMkLst>
          </pc:spChg>
        </pc:sldLayoutChg>
        <pc:sldLayoutChg chg="modSp">
          <pc:chgData name="Anoop Subramanya" userId="618c3fb7-450a-44ed-93a4-d96dde159533" providerId="ADAL" clId="{617E18D6-7536-4EA6-BF17-B76E70B48369}" dt="2026-05-27T21:36:41.815" v="2"/>
          <pc:sldLayoutMkLst>
            <pc:docMk/>
            <pc:sldMasterMk cId="0" sldId="2147483648"/>
            <pc:sldLayoutMk cId="0" sldId="2147483659"/>
          </pc:sldLayoutMkLst>
          <pc:spChg chg="mod">
            <ac:chgData name="Anoop Subramanya" userId="618c3fb7-450a-44ed-93a4-d96dde159533" providerId="ADAL" clId="{617E18D6-7536-4EA6-BF17-B76E70B48369}" dt="2026-05-27T21:36:41.815" v="2"/>
            <ac:spMkLst>
              <pc:docMk/>
              <pc:sldMasterMk cId="0" sldId="2147483648"/>
              <pc:sldLayoutMk cId="0" sldId="2147483659"/>
              <ac:spMk id="2" creationId="{00000000-0000-0000-0000-000000000000}"/>
            </ac:spMkLst>
          </pc:spChg>
          <pc:spChg chg="mod">
            <ac:chgData name="Anoop Subramanya" userId="618c3fb7-450a-44ed-93a4-d96dde159533" providerId="ADAL" clId="{617E18D6-7536-4EA6-BF17-B76E70B48369}" dt="2026-05-27T21:36:41.815" v="2"/>
            <ac:spMkLst>
              <pc:docMk/>
              <pc:sldMasterMk cId="0" sldId="2147483648"/>
              <pc:sldLayoutMk cId="0" sldId="2147483659"/>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CC60EE-4DE0-4C34-8DAA-A641538122E4}" type="datetimeFigureOut">
              <a:rPr lang="en-US" smtClean="0"/>
              <a:t>5/27/2026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D9E0AE-3EF7-4918-9CA4-4AC7105423E7}" type="slidenum">
              <a:rPr lang="en-US" smtClean="0"/>
              <a:t>‹#›</a:t>
            </a:fld>
            <a:endParaRPr lang="en-US"/>
          </a:p>
        </p:txBody>
      </p:sp>
    </p:spTree>
    <p:extLst>
      <p:ext uri="{BB962C8B-B14F-4D97-AF65-F5344CB8AC3E}">
        <p14:creationId xmlns:p14="http://schemas.microsoft.com/office/powerpoint/2010/main" val="969622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AD9E0AE-3EF7-4918-9CA4-4AC7105423E7}" type="slidenum">
              <a:rPr lang="en-US" smtClean="0"/>
              <a:t>2</a:t>
            </a:fld>
            <a:endParaRPr lang="en-US"/>
          </a:p>
        </p:txBody>
      </p:sp>
    </p:spTree>
    <p:extLst>
      <p:ext uri="{BB962C8B-B14F-4D97-AF65-F5344CB8AC3E}">
        <p14:creationId xmlns:p14="http://schemas.microsoft.com/office/powerpoint/2010/main" val="1681847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6A41CF3-283B-4995-99A6-060039C87927}" type="datetime1">
              <a:rPr lang="en-US" smtClean="0"/>
              <a:t>5/27/2026</a:t>
            </a:fld>
            <a:endParaRPr lang="en-US"/>
          </a:p>
        </p:txBody>
      </p:sp>
      <p:sp>
        <p:nvSpPr>
          <p:cNvPr id="5" name="Footer Placeholder 4"/>
          <p:cNvSpPr>
            <a:spLocks noGrp="1"/>
          </p:cNvSpPr>
          <p:nvPr>
            <p:ph type="ftr" sz="quarter" idx="11"/>
          </p:nvPr>
        </p:nvSpPr>
        <p:spPr/>
        <p:txBody>
          <a:bodyPr/>
          <a:lstStyle/>
          <a:p>
            <a:r>
              <a:rPr lang="en-US"/>
              <a:t>Title of seminar          </a:t>
            </a:r>
          </a:p>
        </p:txBody>
      </p:sp>
      <p:sp>
        <p:nvSpPr>
          <p:cNvPr id="6" name="Slide Number Placeholder 5"/>
          <p:cNvSpPr>
            <a:spLocks noGrp="1"/>
          </p:cNvSpPr>
          <p:nvPr>
            <p:ph type="sldNum" sz="quarter" idx="12"/>
          </p:nvPr>
        </p:nvSpPr>
        <p:spPr/>
        <p:txBody>
          <a:bodyPr/>
          <a:lstStyle/>
          <a:p>
            <a:fld id="{9208D3BE-EEC9-4C70-B94A-8206B932C9E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9883CF1-1E2E-42BB-9B63-38659D505691}" type="datetime1">
              <a:rPr lang="en-US" smtClean="0"/>
              <a:t>5/27/2026</a:t>
            </a:fld>
            <a:endParaRPr lang="en-US"/>
          </a:p>
        </p:txBody>
      </p:sp>
      <p:sp>
        <p:nvSpPr>
          <p:cNvPr id="5" name="Footer Placeholder 4"/>
          <p:cNvSpPr>
            <a:spLocks noGrp="1"/>
          </p:cNvSpPr>
          <p:nvPr>
            <p:ph type="ftr" sz="quarter" idx="11"/>
          </p:nvPr>
        </p:nvSpPr>
        <p:spPr/>
        <p:txBody>
          <a:bodyPr/>
          <a:lstStyle/>
          <a:p>
            <a:r>
              <a:rPr lang="en-US"/>
              <a:t>Title of seminar          </a:t>
            </a:r>
          </a:p>
        </p:txBody>
      </p:sp>
      <p:sp>
        <p:nvSpPr>
          <p:cNvPr id="6" name="Slide Number Placeholder 5"/>
          <p:cNvSpPr>
            <a:spLocks noGrp="1"/>
          </p:cNvSpPr>
          <p:nvPr>
            <p:ph type="sldNum" sz="quarter" idx="12"/>
          </p:nvPr>
        </p:nvSpPr>
        <p:spPr/>
        <p:txBody>
          <a:bodyPr/>
          <a:lstStyle/>
          <a:p>
            <a:fld id="{9208D3BE-EEC9-4C70-B94A-8206B932C9E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DF8516-D1E6-43E2-A8EF-D690A1D6DD1B}" type="datetime1">
              <a:rPr lang="en-US" smtClean="0"/>
              <a:t>5/27/2026</a:t>
            </a:fld>
            <a:endParaRPr lang="en-US"/>
          </a:p>
        </p:txBody>
      </p:sp>
      <p:sp>
        <p:nvSpPr>
          <p:cNvPr id="5" name="Footer Placeholder 4"/>
          <p:cNvSpPr>
            <a:spLocks noGrp="1"/>
          </p:cNvSpPr>
          <p:nvPr>
            <p:ph type="ftr" sz="quarter" idx="11"/>
          </p:nvPr>
        </p:nvSpPr>
        <p:spPr/>
        <p:txBody>
          <a:bodyPr/>
          <a:lstStyle/>
          <a:p>
            <a:r>
              <a:rPr lang="en-US"/>
              <a:t>Title of seminar          </a:t>
            </a:r>
          </a:p>
        </p:txBody>
      </p:sp>
      <p:sp>
        <p:nvSpPr>
          <p:cNvPr id="6" name="Slide Number Placeholder 5"/>
          <p:cNvSpPr>
            <a:spLocks noGrp="1"/>
          </p:cNvSpPr>
          <p:nvPr>
            <p:ph type="sldNum" sz="quarter" idx="12"/>
          </p:nvPr>
        </p:nvSpPr>
        <p:spPr/>
        <p:txBody>
          <a:bodyPr/>
          <a:lstStyle/>
          <a:p>
            <a:fld id="{9208D3BE-EEC9-4C70-B94A-8206B932C9E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49AAA1B-9867-4494-BF3B-DC778EA50A2B}" type="datetime1">
              <a:rPr lang="en-US" smtClean="0"/>
              <a:t>5/27/2026</a:t>
            </a:fld>
            <a:endParaRPr lang="en-US"/>
          </a:p>
        </p:txBody>
      </p:sp>
      <p:sp>
        <p:nvSpPr>
          <p:cNvPr id="6" name="Footer Placeholder 5"/>
          <p:cNvSpPr>
            <a:spLocks noGrp="1"/>
          </p:cNvSpPr>
          <p:nvPr>
            <p:ph type="ftr" sz="quarter" idx="11"/>
          </p:nvPr>
        </p:nvSpPr>
        <p:spPr/>
        <p:txBody>
          <a:bodyPr/>
          <a:lstStyle/>
          <a:p>
            <a:r>
              <a:rPr lang="en-US"/>
              <a:t>Title of seminar          </a:t>
            </a:r>
          </a:p>
        </p:txBody>
      </p:sp>
      <p:sp>
        <p:nvSpPr>
          <p:cNvPr id="7" name="Slide Number Placeholder 6"/>
          <p:cNvSpPr>
            <a:spLocks noGrp="1"/>
          </p:cNvSpPr>
          <p:nvPr>
            <p:ph type="sldNum" sz="quarter" idx="12"/>
          </p:nvPr>
        </p:nvSpPr>
        <p:spPr/>
        <p:txBody>
          <a:bodyPr/>
          <a:lstStyle/>
          <a:p>
            <a:fld id="{9208D3BE-EEC9-4C70-B94A-8206B932C9E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D69ECE9-6892-43ED-A8AF-FCCF3F746449}" type="datetime1">
              <a:rPr lang="en-US" smtClean="0"/>
              <a:t>5/27/2026</a:t>
            </a:fld>
            <a:endParaRPr lang="en-US"/>
          </a:p>
        </p:txBody>
      </p:sp>
      <p:sp>
        <p:nvSpPr>
          <p:cNvPr id="8" name="Footer Placeholder 7"/>
          <p:cNvSpPr>
            <a:spLocks noGrp="1"/>
          </p:cNvSpPr>
          <p:nvPr>
            <p:ph type="ftr" sz="quarter" idx="11"/>
          </p:nvPr>
        </p:nvSpPr>
        <p:spPr/>
        <p:txBody>
          <a:bodyPr/>
          <a:lstStyle/>
          <a:p>
            <a:r>
              <a:rPr lang="en-US"/>
              <a:t>Title of seminar          </a:t>
            </a:r>
          </a:p>
        </p:txBody>
      </p:sp>
      <p:sp>
        <p:nvSpPr>
          <p:cNvPr id="9" name="Slide Number Placeholder 8"/>
          <p:cNvSpPr>
            <a:spLocks noGrp="1"/>
          </p:cNvSpPr>
          <p:nvPr>
            <p:ph type="sldNum" sz="quarter" idx="12"/>
          </p:nvPr>
        </p:nvSpPr>
        <p:spPr/>
        <p:txBody>
          <a:bodyPr/>
          <a:lstStyle/>
          <a:p>
            <a:fld id="{9208D3BE-EEC9-4C70-B94A-8206B932C9E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A133E2-112C-4D4D-B866-2BD19BC77EB0}" type="datetime1">
              <a:rPr lang="en-US" smtClean="0"/>
              <a:t>5/27/2026</a:t>
            </a:fld>
            <a:endParaRPr lang="en-US"/>
          </a:p>
        </p:txBody>
      </p:sp>
      <p:sp>
        <p:nvSpPr>
          <p:cNvPr id="4" name="Footer Placeholder 3"/>
          <p:cNvSpPr>
            <a:spLocks noGrp="1"/>
          </p:cNvSpPr>
          <p:nvPr>
            <p:ph type="ftr" sz="quarter" idx="11"/>
          </p:nvPr>
        </p:nvSpPr>
        <p:spPr/>
        <p:txBody>
          <a:bodyPr/>
          <a:lstStyle/>
          <a:p>
            <a:r>
              <a:rPr lang="en-US"/>
              <a:t>Title of seminar          </a:t>
            </a:r>
          </a:p>
        </p:txBody>
      </p:sp>
      <p:sp>
        <p:nvSpPr>
          <p:cNvPr id="5" name="Slide Number Placeholder 4"/>
          <p:cNvSpPr>
            <a:spLocks noGrp="1"/>
          </p:cNvSpPr>
          <p:nvPr>
            <p:ph type="sldNum" sz="quarter" idx="12"/>
          </p:nvPr>
        </p:nvSpPr>
        <p:spPr/>
        <p:txBody>
          <a:bodyPr/>
          <a:lstStyle/>
          <a:p>
            <a:fld id="{9208D3BE-EEC9-4C70-B94A-8206B932C9E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3F0E31-CF39-44CA-98AD-A0DEA3A1772A}" type="datetime1">
              <a:rPr lang="en-US" smtClean="0"/>
              <a:t>5/27/2026</a:t>
            </a:fld>
            <a:endParaRPr lang="en-US"/>
          </a:p>
        </p:txBody>
      </p:sp>
      <p:sp>
        <p:nvSpPr>
          <p:cNvPr id="3" name="Footer Placeholder 2"/>
          <p:cNvSpPr>
            <a:spLocks noGrp="1"/>
          </p:cNvSpPr>
          <p:nvPr>
            <p:ph type="ftr" sz="quarter" idx="11"/>
          </p:nvPr>
        </p:nvSpPr>
        <p:spPr/>
        <p:txBody>
          <a:bodyPr/>
          <a:lstStyle/>
          <a:p>
            <a:r>
              <a:rPr lang="en-US"/>
              <a:t>Title of seminar          </a:t>
            </a:r>
          </a:p>
        </p:txBody>
      </p:sp>
      <p:sp>
        <p:nvSpPr>
          <p:cNvPr id="4" name="Slide Number Placeholder 3"/>
          <p:cNvSpPr>
            <a:spLocks noGrp="1"/>
          </p:cNvSpPr>
          <p:nvPr>
            <p:ph type="sldNum" sz="quarter" idx="12"/>
          </p:nvPr>
        </p:nvSpPr>
        <p:spPr/>
        <p:txBody>
          <a:bodyPr/>
          <a:lstStyle/>
          <a:p>
            <a:fld id="{9208D3BE-EEC9-4C70-B94A-8206B932C9E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FF2EA0FA-B6E4-4069-B091-B400C47BD5D8}" type="datetime1">
              <a:rPr lang="en-US" smtClean="0"/>
              <a:t>5/27/2026</a:t>
            </a:fld>
            <a:endParaRPr lang="en-US"/>
          </a:p>
        </p:txBody>
      </p:sp>
      <p:sp>
        <p:nvSpPr>
          <p:cNvPr id="6" name="Footer Placeholder 5"/>
          <p:cNvSpPr>
            <a:spLocks noGrp="1"/>
          </p:cNvSpPr>
          <p:nvPr>
            <p:ph type="ftr" sz="quarter" idx="11"/>
          </p:nvPr>
        </p:nvSpPr>
        <p:spPr/>
        <p:txBody>
          <a:bodyPr/>
          <a:lstStyle/>
          <a:p>
            <a:r>
              <a:rPr lang="en-US"/>
              <a:t>Title of seminar          </a:t>
            </a:r>
          </a:p>
        </p:txBody>
      </p:sp>
      <p:sp>
        <p:nvSpPr>
          <p:cNvPr id="7" name="Slide Number Placeholder 6"/>
          <p:cNvSpPr>
            <a:spLocks noGrp="1"/>
          </p:cNvSpPr>
          <p:nvPr>
            <p:ph type="sldNum" sz="quarter" idx="12"/>
          </p:nvPr>
        </p:nvSpPr>
        <p:spPr/>
        <p:txBody>
          <a:bodyPr/>
          <a:lstStyle/>
          <a:p>
            <a:fld id="{9208D3BE-EEC9-4C70-B94A-8206B932C9E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98A10F7B-D92A-4DC9-9E28-06D5B3361B59}" type="datetime1">
              <a:rPr lang="en-US" smtClean="0"/>
              <a:t>5/27/2026</a:t>
            </a:fld>
            <a:endParaRPr lang="en-US"/>
          </a:p>
        </p:txBody>
      </p:sp>
      <p:sp>
        <p:nvSpPr>
          <p:cNvPr id="6" name="Footer Placeholder 5"/>
          <p:cNvSpPr>
            <a:spLocks noGrp="1"/>
          </p:cNvSpPr>
          <p:nvPr>
            <p:ph type="ftr" sz="quarter" idx="11"/>
          </p:nvPr>
        </p:nvSpPr>
        <p:spPr/>
        <p:txBody>
          <a:bodyPr/>
          <a:lstStyle/>
          <a:p>
            <a:r>
              <a:rPr lang="en-US"/>
              <a:t>Title of seminar          </a:t>
            </a:r>
          </a:p>
        </p:txBody>
      </p:sp>
      <p:sp>
        <p:nvSpPr>
          <p:cNvPr id="7" name="Slide Number Placeholder 6"/>
          <p:cNvSpPr>
            <a:spLocks noGrp="1"/>
          </p:cNvSpPr>
          <p:nvPr>
            <p:ph type="sldNum" sz="quarter" idx="12"/>
          </p:nvPr>
        </p:nvSpPr>
        <p:spPr/>
        <p:txBody>
          <a:bodyPr/>
          <a:lstStyle/>
          <a:p>
            <a:fld id="{9208D3BE-EEC9-4C70-B94A-8206B932C9E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56BBFB-46EA-4B34-BE06-DD71D6AC8C83}" type="datetime1">
              <a:rPr lang="en-US" smtClean="0"/>
              <a:t>5/27/2026</a:t>
            </a:fld>
            <a:endParaRPr lang="en-US"/>
          </a:p>
        </p:txBody>
      </p:sp>
      <p:sp>
        <p:nvSpPr>
          <p:cNvPr id="5" name="Footer Placeholder 4"/>
          <p:cNvSpPr>
            <a:spLocks noGrp="1"/>
          </p:cNvSpPr>
          <p:nvPr>
            <p:ph type="ftr" sz="quarter" idx="11"/>
          </p:nvPr>
        </p:nvSpPr>
        <p:spPr/>
        <p:txBody>
          <a:bodyPr/>
          <a:lstStyle/>
          <a:p>
            <a:r>
              <a:rPr lang="en-US"/>
              <a:t>Title of seminar          </a:t>
            </a:r>
          </a:p>
        </p:txBody>
      </p:sp>
      <p:sp>
        <p:nvSpPr>
          <p:cNvPr id="6" name="Slide Number Placeholder 5"/>
          <p:cNvSpPr>
            <a:spLocks noGrp="1"/>
          </p:cNvSpPr>
          <p:nvPr>
            <p:ph type="sldNum" sz="quarter" idx="12"/>
          </p:nvPr>
        </p:nvSpPr>
        <p:spPr/>
        <p:txBody>
          <a:bodyPr/>
          <a:lstStyle/>
          <a:p>
            <a:fld id="{9208D3BE-EEC9-4C70-B94A-8206B932C9E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BAF71F3-F2B8-430D-A2EA-AA1359281E67}" type="datetime1">
              <a:rPr lang="en-US" smtClean="0"/>
              <a:t>5/27/2026</a:t>
            </a:fld>
            <a:endParaRPr lang="en-US"/>
          </a:p>
        </p:txBody>
      </p:sp>
      <p:sp>
        <p:nvSpPr>
          <p:cNvPr id="5" name="Footer Placeholder 4"/>
          <p:cNvSpPr>
            <a:spLocks noGrp="1"/>
          </p:cNvSpPr>
          <p:nvPr>
            <p:ph type="ftr" sz="quarter" idx="11"/>
          </p:nvPr>
        </p:nvSpPr>
        <p:spPr/>
        <p:txBody>
          <a:bodyPr/>
          <a:lstStyle/>
          <a:p>
            <a:r>
              <a:rPr lang="en-US"/>
              <a:t>Title of seminar          </a:t>
            </a:r>
          </a:p>
        </p:txBody>
      </p:sp>
      <p:sp>
        <p:nvSpPr>
          <p:cNvPr id="6" name="Slide Number Placeholder 5"/>
          <p:cNvSpPr>
            <a:spLocks noGrp="1"/>
          </p:cNvSpPr>
          <p:nvPr>
            <p:ph type="sldNum" sz="quarter" idx="12"/>
          </p:nvPr>
        </p:nvSpPr>
        <p:spPr/>
        <p:txBody>
          <a:bodyPr/>
          <a:lstStyle/>
          <a:p>
            <a:fld id="{9208D3BE-EEC9-4C70-B94A-8206B932C9E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8956820-8D55-4A79-92C5-5C95F13C2319}" type="datetime1">
              <a:rPr lang="en-US" smtClean="0"/>
              <a:t>5/27/2026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Title of seminar          </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208D3BE-EEC9-4C70-B94A-8206B932C9E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6.gi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www.howstuffworks.com/" TargetMode="External"/><Relationship Id="rId2" Type="http://schemas.openxmlformats.org/officeDocument/2006/relationships/hyperlink" Target="http://www.quasiturbine.com/" TargetMode="External"/><Relationship Id="rId1" Type="http://schemas.openxmlformats.org/officeDocument/2006/relationships/slideLayout" Target="../slideLayouts/slideLayout2.xml"/><Relationship Id="rId4" Type="http://schemas.openxmlformats.org/officeDocument/2006/relationships/hyperlink" Target="http://www.answers.com/"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181475" y="3681639"/>
            <a:ext cx="3829049" cy="848309"/>
          </a:xfrm>
        </p:spPr>
        <p:txBody>
          <a:bodyPr>
            <a:normAutofit/>
          </a:bodyPr>
          <a:lstStyle/>
          <a:p>
            <a:r>
              <a:rPr lang="en-GB" sz="1200" dirty="0">
                <a:solidFill>
                  <a:schemeClr val="tx1"/>
                </a:solidFill>
                <a:latin typeface="Times New Roman" panose="02020603050405020304" pitchFamily="18" charset="0"/>
                <a:cs typeface="Times New Roman" panose="02020603050405020304" pitchFamily="18" charset="0"/>
              </a:rPr>
              <a:t>Presented By:</a:t>
            </a:r>
          </a:p>
          <a:p>
            <a:r>
              <a:rPr lang="en-GB" sz="1400" dirty="0">
                <a:solidFill>
                  <a:schemeClr val="accent1">
                    <a:lumMod val="50000"/>
                  </a:schemeClr>
                </a:solidFill>
                <a:latin typeface="Times New Roman" panose="02020603050405020304" pitchFamily="18" charset="0"/>
                <a:cs typeface="Times New Roman" panose="02020603050405020304" pitchFamily="18" charset="0"/>
              </a:rPr>
              <a:t>ANOOP MS - 1AY19AE006</a:t>
            </a:r>
            <a:endParaRPr lang="en-GB" sz="12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4" name="Rectangle 3"/>
          <p:cNvSpPr/>
          <p:nvPr/>
        </p:nvSpPr>
        <p:spPr>
          <a:xfrm>
            <a:off x="2754513" y="4648200"/>
            <a:ext cx="6679545" cy="871457"/>
          </a:xfrm>
          <a:prstGeom prst="rect">
            <a:avLst/>
          </a:prstGeom>
        </p:spPr>
        <p:txBody>
          <a:bodyPr wrap="square">
            <a:spAutoFit/>
          </a:bodyPr>
          <a:lstStyle/>
          <a:p>
            <a:pPr algn="ctr"/>
            <a:r>
              <a:rPr lang="en-GB" sz="1013" dirty="0">
                <a:latin typeface="Times New Roman" panose="02020603050405020304" pitchFamily="18" charset="0"/>
                <a:cs typeface="Times New Roman" panose="02020603050405020304" pitchFamily="18" charset="0"/>
              </a:rPr>
              <a:t>Under the Guidance of</a:t>
            </a:r>
          </a:p>
          <a:p>
            <a:pPr algn="ctr"/>
            <a:r>
              <a:rPr lang="en-GB" sz="1350" b="1" dirty="0">
                <a:solidFill>
                  <a:schemeClr val="accent1">
                    <a:lumMod val="50000"/>
                  </a:schemeClr>
                </a:solidFill>
                <a:latin typeface="Times New Roman" panose="02020603050405020304" pitchFamily="18" charset="0"/>
                <a:cs typeface="Times New Roman" panose="02020603050405020304" pitchFamily="18" charset="0"/>
              </a:rPr>
              <a:t>Dr. </a:t>
            </a:r>
            <a:r>
              <a:rPr lang="en-US" sz="1350" b="1" dirty="0">
                <a:solidFill>
                  <a:schemeClr val="accent1">
                    <a:lumMod val="50000"/>
                  </a:schemeClr>
                </a:solidFill>
                <a:latin typeface="Times New Roman" panose="02020603050405020304" pitchFamily="18" charset="0"/>
                <a:cs typeface="Times New Roman" panose="02020603050405020304" pitchFamily="18" charset="0"/>
              </a:rPr>
              <a:t>SWETHA S</a:t>
            </a:r>
            <a:r>
              <a:rPr lang="en-GB" sz="1350" b="1" dirty="0">
                <a:solidFill>
                  <a:schemeClr val="accent1">
                    <a:lumMod val="50000"/>
                  </a:schemeClr>
                </a:solidFill>
                <a:latin typeface="Times New Roman" panose="02020603050405020304" pitchFamily="18" charset="0"/>
                <a:cs typeface="Times New Roman" panose="02020603050405020304" pitchFamily="18" charset="0"/>
              </a:rPr>
              <a:t> </a:t>
            </a:r>
          </a:p>
          <a:p>
            <a:pPr algn="ctr"/>
            <a:r>
              <a:rPr lang="en-GB" sz="900" dirty="0">
                <a:latin typeface="Times New Roman" panose="02020603050405020304" pitchFamily="18" charset="0"/>
                <a:cs typeface="Times New Roman" panose="02020603050405020304" pitchFamily="18" charset="0"/>
              </a:rPr>
              <a:t>Assistant Professor </a:t>
            </a:r>
          </a:p>
          <a:p>
            <a:pPr algn="ctr"/>
            <a:r>
              <a:rPr lang="en-GB" sz="900" dirty="0">
                <a:latin typeface="Times New Roman" panose="02020603050405020304" pitchFamily="18" charset="0"/>
                <a:cs typeface="Times New Roman" panose="02020603050405020304" pitchFamily="18" charset="0"/>
              </a:rPr>
              <a:t>Dept. of Aeronautical Engineering</a:t>
            </a:r>
          </a:p>
          <a:p>
            <a:pPr algn="ctr"/>
            <a:r>
              <a:rPr lang="en-GB" sz="900" dirty="0">
                <a:latin typeface="Times New Roman" panose="02020603050405020304" pitchFamily="18" charset="0"/>
                <a:cs typeface="Times New Roman" panose="02020603050405020304" pitchFamily="18" charset="0"/>
              </a:rPr>
              <a:t>Acharya Institute of Technology, Bengaluru</a:t>
            </a:r>
            <a:r>
              <a:rPr lang="en-GB" sz="900" dirty="0">
                <a:solidFill>
                  <a:schemeClr val="accent1">
                    <a:lumMod val="50000"/>
                  </a:schemeClr>
                </a:solidFill>
                <a:latin typeface="Times New Roman" panose="02020603050405020304" pitchFamily="18" charset="0"/>
                <a:cs typeface="Times New Roman" panose="02020603050405020304" pitchFamily="18" charset="0"/>
              </a:rPr>
              <a:t>.</a:t>
            </a:r>
          </a:p>
        </p:txBody>
      </p:sp>
      <p:sp>
        <p:nvSpPr>
          <p:cNvPr id="5" name="AutoShape 2" descr="Schematic diagram of the high-bypass-ratio turbofan engine represented... |  Download Scientific Diagram"/>
          <p:cNvSpPr>
            <a:spLocks noChangeAspect="1" noChangeArrowheads="1"/>
          </p:cNvSpPr>
          <p:nvPr/>
        </p:nvSpPr>
        <p:spPr bwMode="auto">
          <a:xfrm>
            <a:off x="2754513" y="1033166"/>
            <a:ext cx="1484114" cy="97512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51435" tIns="25718" rIns="51435" bIns="25718" numCol="1" anchor="t" anchorCtr="0" compatLnSpc="1">
            <a:prstTxWarp prst="textNoShape">
              <a:avLst/>
            </a:prstTxWarp>
          </a:bodyPr>
          <a:lstStyle/>
          <a:p>
            <a:endParaRPr lang="en-IN" sz="1013">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9054A072-E117-D889-7A31-30242CB91360}"/>
              </a:ext>
            </a:extLst>
          </p:cNvPr>
          <p:cNvPicPr>
            <a:picLocks noChangeAspect="1"/>
          </p:cNvPicPr>
          <p:nvPr/>
        </p:nvPicPr>
        <p:blipFill rotWithShape="1">
          <a:blip r:embed="rId2">
            <a:extLst>
              <a:ext uri="{28A0092B-C50C-407E-A947-70E740481C1C}">
                <a14:useLocalDpi xmlns:a14="http://schemas.microsoft.com/office/drawing/2010/main" val="0"/>
              </a:ext>
            </a:extLst>
          </a:blip>
          <a:srcRect l="11361" t="8183" r="11612" b="15546"/>
          <a:stretch/>
        </p:blipFill>
        <p:spPr>
          <a:xfrm>
            <a:off x="10363200" y="0"/>
            <a:ext cx="1828800" cy="1810873"/>
          </a:xfrm>
          <a:prstGeom prst="rect">
            <a:avLst/>
          </a:prstGeom>
        </p:spPr>
      </p:pic>
      <p:sp>
        <p:nvSpPr>
          <p:cNvPr id="10" name="Title 3">
            <a:extLst>
              <a:ext uri="{FF2B5EF4-FFF2-40B4-BE49-F238E27FC236}">
                <a16:creationId xmlns:a16="http://schemas.microsoft.com/office/drawing/2014/main" id="{CF02FCDA-25DA-8559-1BC1-B2DAA8841D3D}"/>
              </a:ext>
            </a:extLst>
          </p:cNvPr>
          <p:cNvSpPr txBox="1">
            <a:spLocks/>
          </p:cNvSpPr>
          <p:nvPr/>
        </p:nvSpPr>
        <p:spPr>
          <a:xfrm>
            <a:off x="0" y="0"/>
            <a:ext cx="12192000" cy="1600200"/>
          </a:xfrm>
          <a:prstGeom prst="rect">
            <a:avLst/>
          </a:prstGeom>
        </p:spPr>
        <p:txBody>
          <a:bodyPr vert="horz" lIns="68580" tIns="34290" rIns="68580" bIns="3429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ACHARYA INSTITUTE OF TECHNOLOGY</a:t>
            </a:r>
            <a:br>
              <a:rPr 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br>
            <a:r>
              <a:rPr 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Department of Aeronautical Engineering </a:t>
            </a:r>
          </a:p>
        </p:txBody>
      </p:sp>
      <p:sp>
        <p:nvSpPr>
          <p:cNvPr id="12" name="TextBox 11">
            <a:extLst>
              <a:ext uri="{FF2B5EF4-FFF2-40B4-BE49-F238E27FC236}">
                <a16:creationId xmlns:a16="http://schemas.microsoft.com/office/drawing/2014/main" id="{7CBB63E0-354A-6FFF-9584-B30890ED7B5F}"/>
              </a:ext>
            </a:extLst>
          </p:cNvPr>
          <p:cNvSpPr txBox="1"/>
          <p:nvPr/>
        </p:nvSpPr>
        <p:spPr>
          <a:xfrm>
            <a:off x="3838575" y="2362782"/>
            <a:ext cx="4514850" cy="830997"/>
          </a:xfrm>
          <a:prstGeom prst="rect">
            <a:avLst/>
          </a:prstGeom>
          <a:noFill/>
        </p:spPr>
        <p:txBody>
          <a:bodyPr wrap="square">
            <a:spAutoFit/>
          </a:bodyPr>
          <a:lstStyle/>
          <a:p>
            <a:pPr lvl="0" algn="ctr">
              <a:buNone/>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Technical seminar on:</a:t>
            </a:r>
          </a:p>
          <a:p>
            <a:pPr lvl="0" algn="ctr">
              <a:buNone/>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QUASI TURBINE ENGINE</a:t>
            </a:r>
          </a:p>
        </p:txBody>
      </p:sp>
    </p:spTree>
    <p:extLst>
      <p:ext uri="{BB962C8B-B14F-4D97-AF65-F5344CB8AC3E}">
        <p14:creationId xmlns:p14="http://schemas.microsoft.com/office/powerpoint/2010/main" val="42231727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1800" y="762001"/>
            <a:ext cx="5334197" cy="1708242"/>
          </a:xfrm>
        </p:spPr>
        <p:txBody>
          <a:bodyPr anchor="ctr">
            <a:normAutofit/>
          </a:bodyPr>
          <a:lstStyle/>
          <a:p>
            <a:r>
              <a:rPr lang="en-US" sz="4000" b="1">
                <a:latin typeface="+mn-lt"/>
                <a:ea typeface="+mn-ea"/>
                <a:cs typeface="+mn-cs"/>
              </a:rPr>
              <a:t>Table of contents</a:t>
            </a:r>
          </a:p>
        </p:txBody>
      </p:sp>
      <p:sp>
        <p:nvSpPr>
          <p:cNvPr id="3" name="Content Placeholder 2"/>
          <p:cNvSpPr>
            <a:spLocks noGrp="1"/>
          </p:cNvSpPr>
          <p:nvPr>
            <p:ph idx="1"/>
          </p:nvPr>
        </p:nvSpPr>
        <p:spPr>
          <a:xfrm>
            <a:off x="761800" y="2470244"/>
            <a:ext cx="5334197" cy="3769835"/>
          </a:xfrm>
        </p:spPr>
        <p:txBody>
          <a:bodyPr anchor="ctr">
            <a:normAutofit/>
          </a:bodyPr>
          <a:lstStyle/>
          <a:p>
            <a:pPr marL="342900" indent="-342900">
              <a:buFont typeface="+mj-lt"/>
              <a:buAutoNum type="arabicPeriod"/>
            </a:pPr>
            <a:r>
              <a:rPr lang="en-US" sz="2000" b="1"/>
              <a:t>Motivation</a:t>
            </a:r>
          </a:p>
          <a:p>
            <a:pPr marL="342900" indent="-342900">
              <a:buFont typeface="+mj-lt"/>
              <a:buAutoNum type="arabicPeriod"/>
            </a:pPr>
            <a:r>
              <a:rPr lang="en-US" sz="2000" b="1"/>
              <a:t>Introduction</a:t>
            </a:r>
          </a:p>
          <a:p>
            <a:pPr marL="342900" indent="-342900">
              <a:buFont typeface="+mj-lt"/>
              <a:buAutoNum type="arabicPeriod"/>
            </a:pPr>
            <a:r>
              <a:rPr lang="en-US" sz="2000" b="1"/>
              <a:t>Types of Internal combustion engine</a:t>
            </a:r>
          </a:p>
          <a:p>
            <a:pPr marL="342900" indent="-342900">
              <a:buFont typeface="+mj-lt"/>
              <a:buAutoNum type="arabicPeriod"/>
            </a:pPr>
            <a:r>
              <a:rPr lang="en-US" sz="2000" b="1"/>
              <a:t>History review</a:t>
            </a:r>
          </a:p>
          <a:p>
            <a:pPr marL="342900" indent="-342900">
              <a:buFont typeface="+mj-lt"/>
              <a:buAutoNum type="arabicPeriod"/>
            </a:pPr>
            <a:r>
              <a:rPr lang="en-US" sz="2000" b="1"/>
              <a:t>Working of Quasi turbine</a:t>
            </a:r>
          </a:p>
          <a:p>
            <a:pPr marL="342900" indent="-342900">
              <a:buFont typeface="+mj-lt"/>
              <a:buAutoNum type="arabicPeriod"/>
            </a:pPr>
            <a:r>
              <a:rPr lang="en-US" sz="2000" b="1"/>
              <a:t>Types of Quasi turbine engine</a:t>
            </a:r>
          </a:p>
          <a:p>
            <a:pPr marL="342900" indent="-342900">
              <a:buFont typeface="+mj-lt"/>
              <a:buAutoNum type="arabicPeriod"/>
            </a:pPr>
            <a:r>
              <a:rPr lang="en-US" sz="2000" b="1"/>
              <a:t>Advantages and Dis-advantages</a:t>
            </a:r>
          </a:p>
          <a:p>
            <a:pPr marL="342900" indent="-342900">
              <a:buFont typeface="+mj-lt"/>
              <a:buAutoNum type="arabicPeriod"/>
            </a:pPr>
            <a:r>
              <a:rPr lang="en-US" sz="2000" b="1"/>
              <a:t>Conclusion</a:t>
            </a:r>
          </a:p>
          <a:p>
            <a:pPr marL="342900" indent="-342900">
              <a:buFont typeface="+mj-lt"/>
              <a:buAutoNum type="arabicPeriod"/>
            </a:pPr>
            <a:r>
              <a:rPr lang="en-US" sz="2000" b="1"/>
              <a:t>Reference</a:t>
            </a:r>
          </a:p>
        </p:txBody>
      </p:sp>
      <p:sp>
        <p:nvSpPr>
          <p:cNvPr id="4" name="Footer Placeholder 3"/>
          <p:cNvSpPr>
            <a:spLocks noGrp="1"/>
          </p:cNvSpPr>
          <p:nvPr>
            <p:ph type="ftr" sz="quarter" idx="11"/>
          </p:nvPr>
        </p:nvSpPr>
        <p:spPr>
          <a:xfrm>
            <a:off x="3131672" y="6356350"/>
            <a:ext cx="3293034" cy="365125"/>
          </a:xfrm>
        </p:spPr>
        <p:txBody>
          <a:bodyPr>
            <a:normAutofit/>
          </a:bodyPr>
          <a:lstStyle/>
          <a:p>
            <a:pPr algn="r">
              <a:spcAft>
                <a:spcPts val="600"/>
              </a:spcAft>
            </a:pPr>
            <a:r>
              <a:rPr lang="en-US">
                <a:solidFill>
                  <a:schemeClr val="tx1"/>
                </a:solidFill>
              </a:rPr>
              <a:t>Quasi Turbine engine    </a:t>
            </a:r>
          </a:p>
        </p:txBody>
      </p:sp>
      <p:pic>
        <p:nvPicPr>
          <p:cNvPr id="16" name="Picture 15" descr="Gears of a machine">
            <a:extLst>
              <a:ext uri="{FF2B5EF4-FFF2-40B4-BE49-F238E27FC236}">
                <a16:creationId xmlns:a16="http://schemas.microsoft.com/office/drawing/2014/main" id="{FAB7B759-7F35-2B2D-E45D-5F73DFD554E2}"/>
              </a:ext>
            </a:extLst>
          </p:cNvPr>
          <p:cNvPicPr>
            <a:picLocks noChangeAspect="1"/>
          </p:cNvPicPr>
          <p:nvPr/>
        </p:nvPicPr>
        <p:blipFill>
          <a:blip r:embed="rId3"/>
          <a:srcRect l="27760" r="25063"/>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
        <p:nvSpPr>
          <p:cNvPr id="5" name="Slide Number Placeholder 4"/>
          <p:cNvSpPr>
            <a:spLocks noGrp="1"/>
          </p:cNvSpPr>
          <p:nvPr>
            <p:ph type="sldNum" sz="quarter" idx="12"/>
          </p:nvPr>
        </p:nvSpPr>
        <p:spPr>
          <a:xfrm>
            <a:off x="10167869" y="6356350"/>
            <a:ext cx="1768425" cy="365125"/>
          </a:xfrm>
        </p:spPr>
        <p:txBody>
          <a:bodyPr>
            <a:normAutofit/>
          </a:bodyPr>
          <a:lstStyle/>
          <a:p>
            <a:pPr>
              <a:spcAft>
                <a:spcPts val="600"/>
              </a:spcAft>
            </a:pPr>
            <a:r>
              <a:rPr lang="en-US">
                <a:solidFill>
                  <a:srgbClr val="FFFFFF"/>
                </a:solidFill>
              </a:rPr>
              <a:t>1</a:t>
            </a:r>
          </a:p>
        </p:txBody>
      </p:sp>
    </p:spTree>
    <p:extLst>
      <p:ext uri="{BB962C8B-B14F-4D97-AF65-F5344CB8AC3E}">
        <p14:creationId xmlns:p14="http://schemas.microsoft.com/office/powerpoint/2010/main" val="3290690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Used machine parts">
            <a:extLst>
              <a:ext uri="{FF2B5EF4-FFF2-40B4-BE49-F238E27FC236}">
                <a16:creationId xmlns:a16="http://schemas.microsoft.com/office/drawing/2014/main" id="{3F4595CC-CEE5-5C14-26C0-2E5E44C9BA5C}"/>
              </a:ext>
            </a:extLst>
          </p:cNvPr>
          <p:cNvPicPr>
            <a:picLocks noChangeAspect="1"/>
          </p:cNvPicPr>
          <p:nvPr/>
        </p:nvPicPr>
        <p:blipFill>
          <a:blip r:embed="rId2"/>
          <a:srcRect l="33789" r="13552" b="-2"/>
          <a:stretch>
            <a:fillRect/>
          </a:stretch>
        </p:blipFill>
        <p:spPr>
          <a:xfrm>
            <a:off x="-1" y="-2"/>
            <a:ext cx="5410198" cy="6858002"/>
          </a:xfrm>
          <a:prstGeom prst="rect">
            <a:avLst/>
          </a:prstGeom>
        </p:spPr>
      </p:pic>
      <p:sp useBgFill="1">
        <p:nvSpPr>
          <p:cNvPr id="13" name="Rectangle 12">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15317" y="405685"/>
            <a:ext cx="5464968" cy="1559301"/>
          </a:xfrm>
        </p:spPr>
        <p:txBody>
          <a:bodyPr>
            <a:normAutofit/>
          </a:bodyPr>
          <a:lstStyle/>
          <a:p>
            <a:pPr lvl="0">
              <a:defRPr/>
            </a:pPr>
            <a:r>
              <a:rPr lang="en-US" sz="4000" b="1">
                <a:latin typeface="+mn-lt"/>
                <a:ea typeface="+mn-ea"/>
                <a:cs typeface="+mn-cs"/>
              </a:rPr>
              <a:t>Motivation</a:t>
            </a:r>
          </a:p>
        </p:txBody>
      </p:sp>
      <p:sp>
        <p:nvSpPr>
          <p:cNvPr id="3" name="Content Placeholder 2"/>
          <p:cNvSpPr>
            <a:spLocks noGrp="1"/>
          </p:cNvSpPr>
          <p:nvPr>
            <p:ph idx="1"/>
          </p:nvPr>
        </p:nvSpPr>
        <p:spPr>
          <a:xfrm>
            <a:off x="6115317" y="2743200"/>
            <a:ext cx="5247340" cy="3496878"/>
          </a:xfrm>
        </p:spPr>
        <p:txBody>
          <a:bodyPr anchor="ctr">
            <a:normAutofit/>
          </a:bodyPr>
          <a:lstStyle/>
          <a:p>
            <a:r>
              <a:rPr lang="en-US" sz="2000">
                <a:latin typeface="Söhne"/>
                <a:cs typeface="Times New Roman" pitchFamily="18" charset="0"/>
              </a:rPr>
              <a:t>The need of a new technology </a:t>
            </a:r>
            <a:r>
              <a:rPr lang="en-US" sz="2000">
                <a:latin typeface="Söhne"/>
              </a:rPr>
              <a:t>that has the potential to reduce carbon emissions and improve the efficiency of various industries.</a:t>
            </a:r>
          </a:p>
          <a:p>
            <a:r>
              <a:rPr lang="en-US" sz="2000">
                <a:latin typeface="Söhne"/>
                <a:cs typeface="Times New Roman" pitchFamily="18" charset="0"/>
              </a:rPr>
              <a:t>Advancements in engineering and technology can lead to more sustainable and efficient solutions for our energy needs.</a:t>
            </a:r>
            <a:endParaRPr lang="en-US" sz="2000">
              <a:latin typeface="Söhne"/>
            </a:endParaRPr>
          </a:p>
          <a:p>
            <a:r>
              <a:rPr lang="en-US" sz="2000">
                <a:latin typeface="Söhne"/>
                <a:cs typeface="Times New Roman" pitchFamily="18" charset="0"/>
              </a:rPr>
              <a:t>Engine has no reciprocating parts, making it smoother, more efficient, and more reliable.</a:t>
            </a:r>
          </a:p>
          <a:p>
            <a:pPr marL="0" indent="0">
              <a:buNone/>
            </a:pPr>
            <a:endParaRPr lang="en-US" sz="2000">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6005024" y="6356350"/>
            <a:ext cx="4323832" cy="365125"/>
          </a:xfrm>
        </p:spPr>
        <p:txBody>
          <a:bodyPr>
            <a:normAutofit/>
          </a:bodyPr>
          <a:lstStyle/>
          <a:p>
            <a:pPr algn="l">
              <a:spcAft>
                <a:spcPts val="600"/>
              </a:spcAft>
            </a:pPr>
            <a:r>
              <a:rPr lang="en-US">
                <a:solidFill>
                  <a:schemeClr val="tx1"/>
                </a:solidFill>
              </a:rPr>
              <a:t>Quasi Turbine engine    </a:t>
            </a:r>
          </a:p>
        </p:txBody>
      </p:sp>
      <p:sp>
        <p:nvSpPr>
          <p:cNvPr id="5" name="Slide Number Placeholder 4"/>
          <p:cNvSpPr>
            <a:spLocks noGrp="1"/>
          </p:cNvSpPr>
          <p:nvPr>
            <p:ph type="sldNum" sz="quarter" idx="12"/>
          </p:nvPr>
        </p:nvSpPr>
        <p:spPr>
          <a:xfrm>
            <a:off x="8732520" y="6356350"/>
            <a:ext cx="3200400" cy="365125"/>
          </a:xfrm>
        </p:spPr>
        <p:txBody>
          <a:bodyPr>
            <a:normAutofit/>
          </a:bodyPr>
          <a:lstStyle/>
          <a:p>
            <a:pPr>
              <a:spcAft>
                <a:spcPts val="600"/>
              </a:spcAft>
            </a:pPr>
            <a:fld id="{9208D3BE-EEC9-4C70-B94A-8206B932C9EC}" type="slidenum">
              <a:rPr lang="en-US">
                <a:solidFill>
                  <a:schemeClr val="tx1"/>
                </a:solidFill>
              </a:rPr>
              <a:pPr>
                <a:spcAft>
                  <a:spcPts val="600"/>
                </a:spcAft>
              </a:pPr>
              <a:t>3</a:t>
            </a:fld>
            <a:endParaRPr lang="en-US">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6" name="Rectangle 15">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1803" y="412544"/>
            <a:ext cx="4646904" cy="1624520"/>
          </a:xfrm>
        </p:spPr>
        <p:txBody>
          <a:bodyPr anchor="ctr">
            <a:normAutofit/>
          </a:bodyPr>
          <a:lstStyle/>
          <a:p>
            <a:pPr lvl="0"/>
            <a:r>
              <a:rPr lang="en-US" sz="4000" b="1" dirty="0">
                <a:latin typeface="+mn-lt"/>
                <a:ea typeface="+mn-ea"/>
                <a:cs typeface="+mn-cs"/>
              </a:rPr>
              <a:t>Introduction</a:t>
            </a:r>
          </a:p>
        </p:txBody>
      </p:sp>
      <p:sp>
        <p:nvSpPr>
          <p:cNvPr id="3" name="Content Placeholder 2"/>
          <p:cNvSpPr>
            <a:spLocks noGrp="1"/>
          </p:cNvSpPr>
          <p:nvPr>
            <p:ph idx="1"/>
          </p:nvPr>
        </p:nvSpPr>
        <p:spPr>
          <a:xfrm>
            <a:off x="761802" y="2636195"/>
            <a:ext cx="4646905" cy="3613149"/>
          </a:xfrm>
        </p:spPr>
        <p:txBody>
          <a:bodyPr anchor="ctr">
            <a:normAutofit/>
          </a:bodyPr>
          <a:lstStyle/>
          <a:p>
            <a:pPr>
              <a:lnSpc>
                <a:spcPct val="90000"/>
              </a:lnSpc>
            </a:pPr>
            <a:r>
              <a:rPr lang="en-US" sz="1400" dirty="0">
                <a:latin typeface="Söhne"/>
                <a:cs typeface="Times New Roman" pitchFamily="18" charset="0"/>
              </a:rPr>
              <a:t>Quasi turbine or </a:t>
            </a:r>
            <a:r>
              <a:rPr lang="en-US" sz="1400" dirty="0" err="1">
                <a:latin typeface="Söhne"/>
                <a:cs typeface="Times New Roman" pitchFamily="18" charset="0"/>
              </a:rPr>
              <a:t>Quarbine</a:t>
            </a:r>
            <a:r>
              <a:rPr lang="en-US" sz="1400" dirty="0">
                <a:latin typeface="Söhne"/>
                <a:cs typeface="Times New Roman" pitchFamily="18" charset="0"/>
              </a:rPr>
              <a:t> engine - piston less - rotary -engine.</a:t>
            </a:r>
          </a:p>
          <a:p>
            <a:pPr>
              <a:lnSpc>
                <a:spcPct val="90000"/>
              </a:lnSpc>
            </a:pPr>
            <a:r>
              <a:rPr lang="en-US" sz="1400" dirty="0">
                <a:latin typeface="Söhne"/>
                <a:cs typeface="Times New Roman" pitchFamily="18" charset="0"/>
              </a:rPr>
              <a:t>The Quasi turbine or </a:t>
            </a:r>
            <a:r>
              <a:rPr lang="en-US" sz="1400" dirty="0" err="1">
                <a:latin typeface="Söhne"/>
                <a:cs typeface="Times New Roman" pitchFamily="18" charset="0"/>
              </a:rPr>
              <a:t>Qurbine</a:t>
            </a:r>
            <a:r>
              <a:rPr lang="en-US" sz="1400" dirty="0">
                <a:latin typeface="Söhne"/>
                <a:cs typeface="Times New Roman" pitchFamily="18" charset="0"/>
              </a:rPr>
              <a:t> engine is a proposed piston less rotary engine using a rhomboidal rotor whose sides are hinged at the vertices. </a:t>
            </a:r>
          </a:p>
          <a:p>
            <a:pPr>
              <a:lnSpc>
                <a:spcPct val="90000"/>
              </a:lnSpc>
            </a:pPr>
            <a:r>
              <a:rPr lang="en-US" sz="1400" dirty="0">
                <a:latin typeface="Söhne"/>
                <a:cs typeface="Times New Roman" pitchFamily="18" charset="0"/>
              </a:rPr>
              <a:t>It is a compact, low weight, high torque machine - with top efficiency.</a:t>
            </a:r>
          </a:p>
          <a:p>
            <a:pPr>
              <a:lnSpc>
                <a:spcPct val="90000"/>
              </a:lnSpc>
            </a:pPr>
            <a:r>
              <a:rPr lang="en-US" sz="1400" dirty="0">
                <a:latin typeface="Söhne"/>
                <a:cs typeface="Times New Roman" pitchFamily="18" charset="0"/>
              </a:rPr>
              <a:t>It is a no crankshaft rotary engine - having 4 faces rotor with a free and accessible center - without vibration - not dead time.</a:t>
            </a:r>
          </a:p>
          <a:p>
            <a:pPr>
              <a:lnSpc>
                <a:spcPct val="90000"/>
              </a:lnSpc>
            </a:pPr>
            <a:r>
              <a:rPr lang="en-US" sz="1400" dirty="0">
                <a:latin typeface="Söhne"/>
                <a:cs typeface="Times New Roman" pitchFamily="18" charset="0"/>
              </a:rPr>
              <a:t>The deformable rotor - blades are hinged at the vertices.</a:t>
            </a:r>
          </a:p>
          <a:p>
            <a:pPr>
              <a:lnSpc>
                <a:spcPct val="90000"/>
              </a:lnSpc>
            </a:pPr>
            <a:r>
              <a:rPr lang="en-US" sz="1400" dirty="0">
                <a:latin typeface="Söhne"/>
                <a:cs typeface="Times New Roman" pitchFamily="18" charset="0"/>
              </a:rPr>
              <a:t>The volume enclosed between the sides of the rotor and the rotor casing provide compression and expansion in a fashion similar to the more familiar Wankel engine, but the hinging at the edges allows the volume ratio to increase.</a:t>
            </a:r>
          </a:p>
          <a:p>
            <a:pPr>
              <a:lnSpc>
                <a:spcPct val="90000"/>
              </a:lnSpc>
            </a:pPr>
            <a:endParaRPr lang="en-US" sz="1400" dirty="0">
              <a:latin typeface="Söhne"/>
              <a:cs typeface="Times New Roman" pitchFamily="18" charset="0"/>
            </a:endParaRPr>
          </a:p>
        </p:txBody>
      </p:sp>
      <p:pic>
        <p:nvPicPr>
          <p:cNvPr id="17" name="Picture 16" descr="A metal dumbell">
            <a:extLst>
              <a:ext uri="{FF2B5EF4-FFF2-40B4-BE49-F238E27FC236}">
                <a16:creationId xmlns:a16="http://schemas.microsoft.com/office/drawing/2014/main" id="{817A1002-A008-FF7D-3E15-951779F83424}"/>
              </a:ext>
            </a:extLst>
          </p:cNvPr>
          <p:cNvPicPr>
            <a:picLocks noChangeAspect="1"/>
          </p:cNvPicPr>
          <p:nvPr/>
        </p:nvPicPr>
        <p:blipFill>
          <a:blip r:embed="rId2"/>
          <a:srcRect l="7215" r="5577" b="1"/>
          <a:stretch>
            <a:fillRect/>
          </a:stretch>
        </p:blipFill>
        <p:spPr>
          <a:xfrm>
            <a:off x="6096000" y="1"/>
            <a:ext cx="6102825" cy="6858000"/>
          </a:xfrm>
          <a:prstGeom prst="rect">
            <a:avLst/>
          </a:prstGeom>
        </p:spPr>
      </p:pic>
      <p:sp>
        <p:nvSpPr>
          <p:cNvPr id="4" name="Footer Placeholder 3"/>
          <p:cNvSpPr>
            <a:spLocks noGrp="1"/>
          </p:cNvSpPr>
          <p:nvPr>
            <p:ph type="ftr" sz="quarter" idx="11"/>
          </p:nvPr>
        </p:nvSpPr>
        <p:spPr>
          <a:xfrm>
            <a:off x="6478073" y="6356350"/>
            <a:ext cx="3303431" cy="365125"/>
          </a:xfrm>
        </p:spPr>
        <p:txBody>
          <a:bodyPr>
            <a:normAutofit/>
          </a:bodyPr>
          <a:lstStyle/>
          <a:p>
            <a:pPr algn="l">
              <a:spcAft>
                <a:spcPts val="600"/>
              </a:spcAft>
            </a:pPr>
            <a:r>
              <a:rPr lang="en-US">
                <a:solidFill>
                  <a:srgbClr val="FFFFFF"/>
                </a:solidFill>
              </a:rPr>
              <a:t>Quasi Turbine engine    </a:t>
            </a:r>
          </a:p>
        </p:txBody>
      </p:sp>
      <p:sp>
        <p:nvSpPr>
          <p:cNvPr id="5" name="Slide Number Placeholder 4"/>
          <p:cNvSpPr>
            <a:spLocks noGrp="1"/>
          </p:cNvSpPr>
          <p:nvPr>
            <p:ph type="sldNum" sz="quarter" idx="12"/>
          </p:nvPr>
        </p:nvSpPr>
        <p:spPr>
          <a:xfrm>
            <a:off x="8732520" y="6356350"/>
            <a:ext cx="3200400" cy="365125"/>
          </a:xfrm>
        </p:spPr>
        <p:txBody>
          <a:bodyPr>
            <a:normAutofit/>
          </a:bodyPr>
          <a:lstStyle/>
          <a:p>
            <a:pPr>
              <a:spcAft>
                <a:spcPts val="600"/>
              </a:spcAft>
            </a:pPr>
            <a:fld id="{9208D3BE-EEC9-4C70-B94A-8206B932C9EC}" type="slidenum">
              <a:rPr lang="en-US">
                <a:solidFill>
                  <a:srgbClr val="FFFFFF"/>
                </a:solidFill>
              </a:rPr>
              <a:pPr>
                <a:spcAft>
                  <a:spcPts val="600"/>
                </a:spcAft>
              </a:pPr>
              <a:t>4</a:t>
            </a:fld>
            <a:endParaRPr lang="en-US">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3" name="Rectangle 22">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1802" y="350196"/>
            <a:ext cx="11171117" cy="1624520"/>
          </a:xfrm>
        </p:spPr>
        <p:txBody>
          <a:bodyPr anchor="ctr">
            <a:normAutofit/>
          </a:bodyPr>
          <a:lstStyle/>
          <a:p>
            <a:r>
              <a:rPr lang="en-US" sz="4000" b="1" dirty="0"/>
              <a:t>Types of Internal combustion engine</a:t>
            </a:r>
          </a:p>
        </p:txBody>
      </p:sp>
      <p:sp>
        <p:nvSpPr>
          <p:cNvPr id="3" name="Content Placeholder 2"/>
          <p:cNvSpPr>
            <a:spLocks noGrp="1"/>
          </p:cNvSpPr>
          <p:nvPr>
            <p:ph idx="1"/>
          </p:nvPr>
        </p:nvSpPr>
        <p:spPr>
          <a:xfrm>
            <a:off x="761802" y="2743200"/>
            <a:ext cx="4646905" cy="3613149"/>
          </a:xfrm>
        </p:spPr>
        <p:txBody>
          <a:bodyPr anchor="ctr">
            <a:normAutofit/>
          </a:bodyPr>
          <a:lstStyle/>
          <a:p>
            <a:r>
              <a:rPr lang="en-US" sz="2000" dirty="0"/>
              <a:t>Internal combustion engines fall into four categories based on how well air and fuel are mixed in the combustion chamber and how the fuel is ignited.</a:t>
            </a:r>
          </a:p>
        </p:txBody>
      </p:sp>
      <p:pic>
        <p:nvPicPr>
          <p:cNvPr id="7" name="Picture 6">
            <a:extLst>
              <a:ext uri="{FF2B5EF4-FFF2-40B4-BE49-F238E27FC236}">
                <a16:creationId xmlns:a16="http://schemas.microsoft.com/office/drawing/2014/main" id="{781F3083-FB59-0B53-271E-A724963D8D8B}"/>
              </a:ext>
            </a:extLst>
          </p:cNvPr>
          <p:cNvPicPr>
            <a:picLocks noChangeAspect="1"/>
          </p:cNvPicPr>
          <p:nvPr/>
        </p:nvPicPr>
        <p:blipFill>
          <a:blip r:embed="rId2" cstate="print">
            <a:extLst>
              <a:ext uri="{28A0092B-C50C-407E-A947-70E740481C1C}">
                <a14:useLocalDpi xmlns:a14="http://schemas.microsoft.com/office/drawing/2010/main" val="0"/>
              </a:ext>
            </a:extLst>
          </a:blip>
          <a:srcRect l="207" r="-307"/>
          <a:stretch>
            <a:fillRect/>
          </a:stretch>
        </p:blipFill>
        <p:spPr>
          <a:xfrm>
            <a:off x="5265420" y="2568575"/>
            <a:ext cx="6934200" cy="3082649"/>
          </a:xfrm>
          <a:prstGeom prst="rect">
            <a:avLst/>
          </a:prstGeom>
        </p:spPr>
      </p:pic>
      <p:sp>
        <p:nvSpPr>
          <p:cNvPr id="4" name="Footer Placeholder 3"/>
          <p:cNvSpPr>
            <a:spLocks noGrp="1"/>
          </p:cNvSpPr>
          <p:nvPr>
            <p:ph type="ftr" sz="quarter" idx="11"/>
          </p:nvPr>
        </p:nvSpPr>
        <p:spPr>
          <a:xfrm>
            <a:off x="6478073" y="6356350"/>
            <a:ext cx="3303431" cy="365125"/>
          </a:xfrm>
        </p:spPr>
        <p:txBody>
          <a:bodyPr>
            <a:normAutofit/>
          </a:bodyPr>
          <a:lstStyle/>
          <a:p>
            <a:pPr algn="l">
              <a:spcAft>
                <a:spcPts val="600"/>
              </a:spcAft>
            </a:pPr>
            <a:r>
              <a:rPr lang="en-US" dirty="0">
                <a:solidFill>
                  <a:srgbClr val="FFFFFF"/>
                </a:solidFill>
              </a:rPr>
              <a:t>Quasi Turbine engine    </a:t>
            </a:r>
          </a:p>
        </p:txBody>
      </p:sp>
      <p:sp>
        <p:nvSpPr>
          <p:cNvPr id="5" name="Slide Number Placeholder 4"/>
          <p:cNvSpPr>
            <a:spLocks noGrp="1"/>
          </p:cNvSpPr>
          <p:nvPr>
            <p:ph type="sldNum" sz="quarter" idx="12"/>
          </p:nvPr>
        </p:nvSpPr>
        <p:spPr>
          <a:xfrm>
            <a:off x="8732520" y="6356350"/>
            <a:ext cx="3200400" cy="365125"/>
          </a:xfrm>
        </p:spPr>
        <p:txBody>
          <a:bodyPr>
            <a:normAutofit/>
          </a:bodyPr>
          <a:lstStyle/>
          <a:p>
            <a:pPr>
              <a:spcAft>
                <a:spcPts val="600"/>
              </a:spcAft>
            </a:pPr>
            <a:fld id="{9208D3BE-EEC9-4C70-B94A-8206B932C9EC}" type="slidenum">
              <a:rPr lang="en-US">
                <a:solidFill>
                  <a:srgbClr val="FFFFFF"/>
                </a:solidFill>
              </a:rPr>
              <a:pPr>
                <a:spcAft>
                  <a:spcPts val="600"/>
                </a:spcAft>
              </a:pPr>
              <a:t>5</a:t>
            </a:fld>
            <a:endParaRPr lang="en-US">
              <a:solidFill>
                <a:srgbClr val="FFFFFF"/>
              </a:solidFill>
            </a:endParaRPr>
          </a:p>
        </p:txBody>
      </p:sp>
    </p:spTree>
    <p:extLst>
      <p:ext uri="{BB962C8B-B14F-4D97-AF65-F5344CB8AC3E}">
        <p14:creationId xmlns:p14="http://schemas.microsoft.com/office/powerpoint/2010/main" val="103921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0900" y="1544082"/>
            <a:ext cx="5334197" cy="3769835"/>
          </a:xfrm>
        </p:spPr>
        <p:txBody>
          <a:bodyPr anchor="ctr">
            <a:normAutofit/>
          </a:bodyPr>
          <a:lstStyle/>
          <a:p>
            <a:pPr>
              <a:lnSpc>
                <a:spcPct val="90000"/>
              </a:lnSpc>
            </a:pPr>
            <a:r>
              <a:rPr lang="en-US" sz="2000" b="1" dirty="0"/>
              <a:t>Type I: </a:t>
            </a:r>
            <a:r>
              <a:rPr lang="en-US" sz="2000" dirty="0"/>
              <a:t>Includes engines in which the air and fuel mix thoroughly to form what is called a homogenous mixture. When a spark ignites the fuel, a hot flame sweeps through the mixture, burning the fuel as it goes. This, of course, is the gasoline engine.</a:t>
            </a:r>
          </a:p>
          <a:p>
            <a:pPr>
              <a:lnSpc>
                <a:spcPct val="90000"/>
              </a:lnSpc>
            </a:pPr>
            <a:r>
              <a:rPr lang="en-US" sz="2000" b="1" dirty="0"/>
              <a:t>Type II: </a:t>
            </a:r>
            <a:r>
              <a:rPr lang="en-US" sz="2000" dirty="0"/>
              <a:t>A gasoline-direct injection engine uses partially mixed fuel and air i.e., a heterogeneous mixture that is injected directly into the cylinder rather than into an intake port. A spark plug then ignites the mixture, burning more of the fuel and creating less waste.</a:t>
            </a:r>
          </a:p>
        </p:txBody>
      </p:sp>
      <p:sp>
        <p:nvSpPr>
          <p:cNvPr id="4" name="Footer Placeholder 3"/>
          <p:cNvSpPr>
            <a:spLocks noGrp="1"/>
          </p:cNvSpPr>
          <p:nvPr>
            <p:ph type="ftr" sz="quarter" idx="11"/>
          </p:nvPr>
        </p:nvSpPr>
        <p:spPr>
          <a:xfrm>
            <a:off x="3131672" y="6356350"/>
            <a:ext cx="3293034" cy="365125"/>
          </a:xfrm>
        </p:spPr>
        <p:txBody>
          <a:bodyPr>
            <a:normAutofit/>
          </a:bodyPr>
          <a:lstStyle/>
          <a:p>
            <a:pPr algn="r">
              <a:spcAft>
                <a:spcPts val="600"/>
              </a:spcAft>
            </a:pPr>
            <a:r>
              <a:rPr lang="en-US">
                <a:solidFill>
                  <a:schemeClr val="tx1"/>
                </a:solidFill>
              </a:rPr>
              <a:t>Quasi Turbine engine    </a:t>
            </a:r>
          </a:p>
        </p:txBody>
      </p:sp>
      <p:pic>
        <p:nvPicPr>
          <p:cNvPr id="6" name="Picture 5">
            <a:extLst>
              <a:ext uri="{FF2B5EF4-FFF2-40B4-BE49-F238E27FC236}">
                <a16:creationId xmlns:a16="http://schemas.microsoft.com/office/drawing/2014/main" id="{B08D4FF9-DCCC-0D5C-4168-EA5193BB4692}"/>
              </a:ext>
            </a:extLst>
          </p:cNvPr>
          <p:cNvPicPr>
            <a:picLocks noChangeAspect="1"/>
          </p:cNvPicPr>
          <p:nvPr/>
        </p:nvPicPr>
        <p:blipFill rotWithShape="1">
          <a:blip r:embed="rId3">
            <a:extLst>
              <a:ext uri="{28A0092B-C50C-407E-A947-70E740481C1C}">
                <a14:useLocalDpi xmlns:a14="http://schemas.microsoft.com/office/drawing/2010/main" val="0"/>
              </a:ext>
            </a:extLst>
          </a:blip>
          <a:srcRect t="-1402" r="569" b="-1"/>
          <a:stretch>
            <a:fillRect/>
          </a:stretch>
        </p:blipFill>
        <p:spPr>
          <a:xfrm>
            <a:off x="5715097" y="1713964"/>
            <a:ext cx="6476903" cy="3571377"/>
          </a:xfrm>
          <a:prstGeom prst="rect">
            <a:avLst/>
          </a:prstGeom>
          <a:effectLst>
            <a:outerShdw blurRad="127000" dist="50800" dir="10800000" sx="99000" sy="99000" algn="r" rotWithShape="0">
              <a:prstClr val="black">
                <a:alpha val="40000"/>
              </a:prstClr>
            </a:outerShdw>
          </a:effectLst>
        </p:spPr>
      </p:pic>
      <p:sp>
        <p:nvSpPr>
          <p:cNvPr id="5" name="Slide Number Placeholder 4"/>
          <p:cNvSpPr>
            <a:spLocks noGrp="1"/>
          </p:cNvSpPr>
          <p:nvPr>
            <p:ph type="sldNum" sz="quarter" idx="12"/>
          </p:nvPr>
        </p:nvSpPr>
        <p:spPr>
          <a:xfrm>
            <a:off x="10167869" y="6356350"/>
            <a:ext cx="1768425" cy="365125"/>
          </a:xfrm>
        </p:spPr>
        <p:txBody>
          <a:bodyPr>
            <a:normAutofit/>
          </a:bodyPr>
          <a:lstStyle/>
          <a:p>
            <a:pPr>
              <a:spcAft>
                <a:spcPts val="600"/>
              </a:spcAft>
            </a:pPr>
            <a:fld id="{9208D3BE-EEC9-4C70-B94A-8206B932C9EC}" type="slidenum">
              <a:rPr lang="en-US">
                <a:solidFill>
                  <a:srgbClr val="FFFFFF"/>
                </a:solidFill>
              </a:rPr>
              <a:pPr>
                <a:spcAft>
                  <a:spcPts val="600"/>
                </a:spcAft>
              </a:pPr>
              <a:t>6</a:t>
            </a:fld>
            <a:endParaRPr lang="en-US">
              <a:solidFill>
                <a:srgbClr val="FFFFFF"/>
              </a:solidFill>
            </a:endParaRPr>
          </a:p>
        </p:txBody>
      </p:sp>
    </p:spTree>
    <p:extLst>
      <p:ext uri="{BB962C8B-B14F-4D97-AF65-F5344CB8AC3E}">
        <p14:creationId xmlns:p14="http://schemas.microsoft.com/office/powerpoint/2010/main" val="2751541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914400" y="1544082"/>
            <a:ext cx="5334197" cy="3769835"/>
          </a:xfrm>
        </p:spPr>
        <p:txBody>
          <a:bodyPr anchor="ctr">
            <a:normAutofit/>
          </a:bodyPr>
          <a:lstStyle/>
          <a:p>
            <a:pPr>
              <a:lnSpc>
                <a:spcPct val="90000"/>
              </a:lnSpc>
            </a:pPr>
            <a:r>
              <a:rPr lang="en-US" sz="1600" b="1" dirty="0"/>
              <a:t>Type III: </a:t>
            </a:r>
            <a:r>
              <a:rPr lang="en-US" sz="1600" dirty="0"/>
              <a:t>Air and fuel are only partially mixed in the combustion chamber. This heterogeneous mixture is then compressed, which causes the temperature to rise until self-ignition takes place.</a:t>
            </a:r>
          </a:p>
          <a:p>
            <a:pPr>
              <a:lnSpc>
                <a:spcPct val="90000"/>
              </a:lnSpc>
            </a:pPr>
            <a:r>
              <a:rPr lang="en-US" sz="1600" b="1" dirty="0"/>
              <a:t>Type IV: </a:t>
            </a:r>
            <a:r>
              <a:rPr lang="en-US" sz="1600" dirty="0"/>
              <a:t>The best attributes of gasoline and diesel engines are combined. premixed fuel-air charge undergoes tremendous compression until the fuel self-ignites. This is what happens in a photo-detonation engine, and because it employs a homogenous charge and compression ignition, it is often described as an HCCI engine. HCCI(Homogeneous Charge Compression Ignition) combustion results in virtually no emissions and superior fuel efficiency. This is because photo-detonation engines completely combust the fuel, leaving behind no hydrocarbons to be treated by a catalytic converter or simply expelled into the air.</a:t>
            </a:r>
          </a:p>
          <a:p>
            <a:pPr>
              <a:lnSpc>
                <a:spcPct val="90000"/>
              </a:lnSpc>
            </a:pPr>
            <a:endParaRPr lang="en-US" sz="1600" dirty="0"/>
          </a:p>
        </p:txBody>
      </p:sp>
      <p:sp>
        <p:nvSpPr>
          <p:cNvPr id="4" name="Footer Placeholder 3"/>
          <p:cNvSpPr>
            <a:spLocks noGrp="1"/>
          </p:cNvSpPr>
          <p:nvPr>
            <p:ph type="ftr" sz="quarter" idx="11"/>
          </p:nvPr>
        </p:nvSpPr>
        <p:spPr>
          <a:xfrm>
            <a:off x="3131672" y="6356350"/>
            <a:ext cx="3293034" cy="365125"/>
          </a:xfrm>
        </p:spPr>
        <p:txBody>
          <a:bodyPr>
            <a:normAutofit/>
          </a:bodyPr>
          <a:lstStyle/>
          <a:p>
            <a:pPr algn="r">
              <a:spcAft>
                <a:spcPts val="600"/>
              </a:spcAft>
            </a:pPr>
            <a:r>
              <a:rPr lang="en-US">
                <a:solidFill>
                  <a:schemeClr val="tx1"/>
                </a:solidFill>
              </a:rPr>
              <a:t>Quasi Turbine engine    </a:t>
            </a:r>
          </a:p>
        </p:txBody>
      </p:sp>
      <p:pic>
        <p:nvPicPr>
          <p:cNvPr id="6" name="Picture 5">
            <a:extLst>
              <a:ext uri="{FF2B5EF4-FFF2-40B4-BE49-F238E27FC236}">
                <a16:creationId xmlns:a16="http://schemas.microsoft.com/office/drawing/2014/main" id="{660ED1B8-D456-B683-3BF9-03D75197EFC7}"/>
              </a:ext>
            </a:extLst>
          </p:cNvPr>
          <p:cNvPicPr>
            <a:picLocks noChangeAspect="1"/>
          </p:cNvPicPr>
          <p:nvPr/>
        </p:nvPicPr>
        <p:blipFill rotWithShape="1">
          <a:blip r:embed="rId2">
            <a:extLst>
              <a:ext uri="{28A0092B-C50C-407E-A947-70E740481C1C}">
                <a14:useLocalDpi xmlns:a14="http://schemas.microsoft.com/office/drawing/2010/main" val="0"/>
              </a:ext>
            </a:extLst>
          </a:blip>
          <a:srcRect l="66369" t="-2146" r="-8357" b="2148"/>
          <a:stretch>
            <a:fillRect/>
          </a:stretch>
        </p:blipFill>
        <p:spPr>
          <a:xfrm>
            <a:off x="7843694" y="982279"/>
            <a:ext cx="4083075" cy="5257800"/>
          </a:xfrm>
          <a:prstGeom prst="rect">
            <a:avLst/>
          </a:prstGeom>
          <a:effectLst>
            <a:outerShdw blurRad="127000" dist="50800" dir="10800000" sx="99000" sy="99000" algn="r" rotWithShape="0">
              <a:prstClr val="black">
                <a:alpha val="40000"/>
              </a:prstClr>
            </a:outerShdw>
          </a:effectLst>
        </p:spPr>
      </p:pic>
      <p:sp>
        <p:nvSpPr>
          <p:cNvPr id="5" name="Slide Number Placeholder 4"/>
          <p:cNvSpPr>
            <a:spLocks noGrp="1"/>
          </p:cNvSpPr>
          <p:nvPr>
            <p:ph type="sldNum" sz="quarter" idx="12"/>
          </p:nvPr>
        </p:nvSpPr>
        <p:spPr>
          <a:xfrm>
            <a:off x="10167869" y="6356350"/>
            <a:ext cx="1768425" cy="365125"/>
          </a:xfrm>
        </p:spPr>
        <p:txBody>
          <a:bodyPr>
            <a:normAutofit/>
          </a:bodyPr>
          <a:lstStyle/>
          <a:p>
            <a:pPr>
              <a:spcAft>
                <a:spcPts val="600"/>
              </a:spcAft>
            </a:pPr>
            <a:fld id="{9208D3BE-EEC9-4C70-B94A-8206B932C9EC}" type="slidenum">
              <a:rPr lang="en-US">
                <a:solidFill>
                  <a:srgbClr val="FFFFFF"/>
                </a:solidFill>
              </a:rPr>
              <a:pPr>
                <a:spcAft>
                  <a:spcPts val="600"/>
                </a:spcAft>
              </a:pPr>
              <a:t>7</a:t>
            </a:fld>
            <a:endParaRPr lang="en-US">
              <a:solidFill>
                <a:srgbClr val="FFFFFF"/>
              </a:solidFill>
            </a:endParaRPr>
          </a:p>
        </p:txBody>
      </p:sp>
    </p:spTree>
    <p:extLst>
      <p:ext uri="{BB962C8B-B14F-4D97-AF65-F5344CB8AC3E}">
        <p14:creationId xmlns:p14="http://schemas.microsoft.com/office/powerpoint/2010/main" val="31508381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90537C4-E149-506B-E6F5-7A6285FA849D}"/>
              </a:ext>
            </a:extLst>
          </p:cNvPr>
          <p:cNvSpPr txBox="1"/>
          <p:nvPr/>
        </p:nvSpPr>
        <p:spPr>
          <a:xfrm>
            <a:off x="876693" y="741391"/>
            <a:ext cx="5933181" cy="1616203"/>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200" b="1" kern="1200">
                <a:solidFill>
                  <a:schemeClr val="tx1"/>
                </a:solidFill>
                <a:latin typeface="+mj-lt"/>
                <a:ea typeface="+mj-ea"/>
                <a:cs typeface="+mj-cs"/>
              </a:rPr>
              <a:t>ROTARY ENGINE</a:t>
            </a:r>
          </a:p>
        </p:txBody>
      </p:sp>
      <p:pic>
        <p:nvPicPr>
          <p:cNvPr id="11" name="Picture 10">
            <a:extLst>
              <a:ext uri="{FF2B5EF4-FFF2-40B4-BE49-F238E27FC236}">
                <a16:creationId xmlns:a16="http://schemas.microsoft.com/office/drawing/2014/main" id="{436A8341-39AE-084E-0C96-6F507DEC44E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482" r="3" b="3"/>
          <a:stretch>
            <a:fillRect/>
          </a:stretch>
        </p:blipFill>
        <p:spPr>
          <a:xfrm>
            <a:off x="8153400" y="876300"/>
            <a:ext cx="2967508" cy="1651788"/>
          </a:xfrm>
          <a:prstGeom prst="rect">
            <a:avLst/>
          </a:prstGeom>
        </p:spPr>
      </p:pic>
      <p:sp>
        <p:nvSpPr>
          <p:cNvPr id="7" name="TextBox 6">
            <a:extLst>
              <a:ext uri="{FF2B5EF4-FFF2-40B4-BE49-F238E27FC236}">
                <a16:creationId xmlns:a16="http://schemas.microsoft.com/office/drawing/2014/main" id="{38205127-91B8-607C-EF23-A7BCF8B7926B}"/>
              </a:ext>
            </a:extLst>
          </p:cNvPr>
          <p:cNvSpPr txBox="1"/>
          <p:nvPr/>
        </p:nvSpPr>
        <p:spPr>
          <a:xfrm>
            <a:off x="876692" y="2533476"/>
            <a:ext cx="5933182" cy="344783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000" dirty="0"/>
              <a:t>As the spark plug ignites the air/fuel blend, the building pressure pushes the rotor to move further. </a:t>
            </a:r>
          </a:p>
          <a:p>
            <a:pPr indent="-228600">
              <a:lnSpc>
                <a:spcPct val="90000"/>
              </a:lnSpc>
              <a:spcAft>
                <a:spcPts val="600"/>
              </a:spcAft>
              <a:buFont typeface="Arial" panose="020B0604020202020204" pitchFamily="34" charset="0"/>
              <a:buChar char="•"/>
            </a:pPr>
            <a:r>
              <a:rPr lang="en-US" sz="2000" dirty="0"/>
              <a:t>As the rotor marches on, the volume of the chamber grows. </a:t>
            </a:r>
          </a:p>
          <a:p>
            <a:pPr indent="-228600">
              <a:lnSpc>
                <a:spcPct val="90000"/>
              </a:lnSpc>
              <a:spcAft>
                <a:spcPts val="600"/>
              </a:spcAft>
              <a:buFont typeface="Arial" panose="020B0604020202020204" pitchFamily="34" charset="0"/>
              <a:buChar char="•"/>
            </a:pPr>
            <a:r>
              <a:rPr lang="en-US" sz="2000" dirty="0"/>
              <a:t>The combustion gasses keep expanding, pushing the rotor, initiating power until the rotor comes across the exhaust port.</a:t>
            </a:r>
          </a:p>
        </p:txBody>
      </p:sp>
      <p:pic>
        <p:nvPicPr>
          <p:cNvPr id="9" name="Picture 8">
            <a:extLst>
              <a:ext uri="{FF2B5EF4-FFF2-40B4-BE49-F238E27FC236}">
                <a16:creationId xmlns:a16="http://schemas.microsoft.com/office/drawing/2014/main" id="{3DA80F3A-2A7A-178E-A6D3-B82CD0855CDB}"/>
              </a:ext>
            </a:extLst>
          </p:cNvPr>
          <p:cNvPicPr>
            <a:picLocks noChangeAspect="1"/>
          </p:cNvPicPr>
          <p:nvPr/>
        </p:nvPicPr>
        <p:blipFill>
          <a:blip r:embed="rId3" cstate="print">
            <a:extLst>
              <a:ext uri="{28A0092B-C50C-407E-A947-70E740481C1C}">
                <a14:useLocalDpi xmlns:a14="http://schemas.microsoft.com/office/drawing/2010/main" val="0"/>
              </a:ext>
            </a:extLst>
          </a:blip>
          <a:srcRect r="3" b="1048"/>
          <a:stretch>
            <a:fillRect/>
          </a:stretch>
        </p:blipFill>
        <p:spPr>
          <a:xfrm>
            <a:off x="8153401" y="2599443"/>
            <a:ext cx="2967508" cy="1651788"/>
          </a:xfrm>
          <a:prstGeom prst="rect">
            <a:avLst/>
          </a:prstGeom>
        </p:spPr>
      </p:pic>
      <p:pic>
        <p:nvPicPr>
          <p:cNvPr id="13" name="Picture 12">
            <a:extLst>
              <a:ext uri="{FF2B5EF4-FFF2-40B4-BE49-F238E27FC236}">
                <a16:creationId xmlns:a16="http://schemas.microsoft.com/office/drawing/2014/main" id="{E0837094-8892-C1EF-7EE5-4B5BC43B4B72}"/>
              </a:ext>
            </a:extLst>
          </p:cNvPr>
          <p:cNvPicPr>
            <a:picLocks noChangeAspect="1"/>
          </p:cNvPicPr>
          <p:nvPr/>
        </p:nvPicPr>
        <p:blipFill>
          <a:blip r:embed="rId4">
            <a:extLst>
              <a:ext uri="{28A0092B-C50C-407E-A947-70E740481C1C}">
                <a14:useLocalDpi xmlns:a14="http://schemas.microsoft.com/office/drawing/2010/main" val="0"/>
              </a:ext>
            </a:extLst>
          </a:blip>
          <a:srcRect t="2621" r="3" b="8435"/>
          <a:stretch>
            <a:fillRect/>
          </a:stretch>
        </p:blipFill>
        <p:spPr>
          <a:xfrm>
            <a:off x="8153400" y="4331487"/>
            <a:ext cx="2967508" cy="1662885"/>
          </a:xfrm>
          <a:prstGeom prst="rect">
            <a:avLst/>
          </a:prstGeom>
        </p:spPr>
      </p:pic>
      <p:sp>
        <p:nvSpPr>
          <p:cNvPr id="2" name="Footer Placeholder 1">
            <a:extLst>
              <a:ext uri="{FF2B5EF4-FFF2-40B4-BE49-F238E27FC236}">
                <a16:creationId xmlns:a16="http://schemas.microsoft.com/office/drawing/2014/main" id="{688BED1A-B1AE-9F50-FB46-39210BBD6258}"/>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sz="1200" kern="1200">
                <a:solidFill>
                  <a:schemeClr val="tx1">
                    <a:tint val="75000"/>
                  </a:schemeClr>
                </a:solidFill>
                <a:latin typeface="+mn-lt"/>
                <a:ea typeface="+mn-ea"/>
                <a:cs typeface="+mn-cs"/>
              </a:rPr>
              <a:t>Quasi Turbine engine    </a:t>
            </a:r>
          </a:p>
        </p:txBody>
      </p:sp>
      <p:sp>
        <p:nvSpPr>
          <p:cNvPr id="3" name="Slide Number Placeholder 2">
            <a:extLst>
              <a:ext uri="{FF2B5EF4-FFF2-40B4-BE49-F238E27FC236}">
                <a16:creationId xmlns:a16="http://schemas.microsoft.com/office/drawing/2014/main" id="{B81E2BF0-59F6-9B60-4288-1B36FFCA1F3A}"/>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9208D3BE-EEC9-4C70-B94A-8206B932C9EC}" type="slidenum">
              <a:rPr lang="en-US" sz="1200"/>
              <a:pPr>
                <a:spcAft>
                  <a:spcPts val="600"/>
                </a:spcAft>
              </a:pPr>
              <a:t>8</a:t>
            </a:fld>
            <a:endParaRPr lang="en-US" sz="1200"/>
          </a:p>
        </p:txBody>
      </p:sp>
      <p:grpSp>
        <p:nvGrpSpPr>
          <p:cNvPr id="27" name="Group 26">
            <a:extLst>
              <a:ext uri="{FF2B5EF4-FFF2-40B4-BE49-F238E27FC236}">
                <a16:creationId xmlns:a16="http://schemas.microsoft.com/office/drawing/2014/main" id="{6C4ABD91-2B27-6EF9-5A1F-C9800B3EE4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068638" y="0"/>
            <a:ext cx="123362" cy="6858000"/>
            <a:chOff x="12068638" y="0"/>
            <a:chExt cx="123362" cy="6858000"/>
          </a:xfrm>
        </p:grpSpPr>
        <p:sp>
          <p:nvSpPr>
            <p:cNvPr id="28" name="Rectangle 27">
              <a:extLst>
                <a:ext uri="{FF2B5EF4-FFF2-40B4-BE49-F238E27FC236}">
                  <a16:creationId xmlns:a16="http://schemas.microsoft.com/office/drawing/2014/main" id="{7BD637B3-914A-B95B-7CFB-AF529DA58C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6140A5C0-D7D5-C90D-D306-838CA9A745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27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9520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4" name="Rectangle 13">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1803" y="350196"/>
            <a:ext cx="4646904" cy="1624520"/>
          </a:xfrm>
        </p:spPr>
        <p:txBody>
          <a:bodyPr anchor="ctr">
            <a:normAutofit/>
          </a:bodyPr>
          <a:lstStyle/>
          <a:p>
            <a:r>
              <a:rPr lang="en-US" sz="4000" b="1"/>
              <a:t>History review</a:t>
            </a:r>
          </a:p>
        </p:txBody>
      </p:sp>
      <p:sp>
        <p:nvSpPr>
          <p:cNvPr id="3" name="Content Placeholder 2"/>
          <p:cNvSpPr>
            <a:spLocks noGrp="1"/>
          </p:cNvSpPr>
          <p:nvPr>
            <p:ph idx="1"/>
          </p:nvPr>
        </p:nvSpPr>
        <p:spPr>
          <a:xfrm>
            <a:off x="761802" y="2743200"/>
            <a:ext cx="4646905" cy="3613149"/>
          </a:xfrm>
        </p:spPr>
        <p:txBody>
          <a:bodyPr anchor="ctr">
            <a:normAutofit/>
          </a:bodyPr>
          <a:lstStyle/>
          <a:p>
            <a:r>
              <a:rPr lang="en-US" sz="2000"/>
              <a:t>Invented by group of four researchers lead by Dr. Gilles Saint Hillarie</a:t>
            </a:r>
          </a:p>
          <a:p>
            <a:r>
              <a:rPr lang="en-US" sz="2000"/>
              <a:t>The Saint - Hilaire family first patented the Quasi turbine combustion engine in 1996. </a:t>
            </a:r>
          </a:p>
        </p:txBody>
      </p:sp>
      <p:pic>
        <p:nvPicPr>
          <p:cNvPr id="7" name="Picture 6">
            <a:extLst>
              <a:ext uri="{FF2B5EF4-FFF2-40B4-BE49-F238E27FC236}">
                <a16:creationId xmlns:a16="http://schemas.microsoft.com/office/drawing/2014/main" id="{5A1FC997-1950-9865-00EE-5AE2280DDA6F}"/>
              </a:ext>
            </a:extLst>
          </p:cNvPr>
          <p:cNvPicPr>
            <a:picLocks noChangeAspect="1"/>
          </p:cNvPicPr>
          <p:nvPr/>
        </p:nvPicPr>
        <p:blipFill>
          <a:blip r:embed="rId2">
            <a:extLst>
              <a:ext uri="{28A0092B-C50C-407E-A947-70E740481C1C}">
                <a14:useLocalDpi xmlns:a14="http://schemas.microsoft.com/office/drawing/2010/main" val="0"/>
              </a:ext>
            </a:extLst>
          </a:blip>
          <a:srcRect t="6259" r="1" b="22384"/>
          <a:stretch>
            <a:fillRect/>
          </a:stretch>
        </p:blipFill>
        <p:spPr>
          <a:xfrm>
            <a:off x="6096000" y="1"/>
            <a:ext cx="6102825" cy="6858000"/>
          </a:xfrm>
          <a:prstGeom prst="rect">
            <a:avLst/>
          </a:prstGeom>
        </p:spPr>
      </p:pic>
      <p:sp>
        <p:nvSpPr>
          <p:cNvPr id="4" name="Footer Placeholder 3"/>
          <p:cNvSpPr>
            <a:spLocks noGrp="1"/>
          </p:cNvSpPr>
          <p:nvPr>
            <p:ph type="ftr" sz="quarter" idx="11"/>
          </p:nvPr>
        </p:nvSpPr>
        <p:spPr>
          <a:xfrm>
            <a:off x="6478073" y="6356350"/>
            <a:ext cx="3303431" cy="365125"/>
          </a:xfrm>
        </p:spPr>
        <p:txBody>
          <a:bodyPr>
            <a:normAutofit/>
          </a:bodyPr>
          <a:lstStyle/>
          <a:p>
            <a:pPr algn="l">
              <a:spcAft>
                <a:spcPts val="600"/>
              </a:spcAft>
            </a:pPr>
            <a:r>
              <a:rPr lang="en-US">
                <a:solidFill>
                  <a:srgbClr val="FFFFFF"/>
                </a:solidFill>
              </a:rPr>
              <a:t>Quasi Turbine engine    </a:t>
            </a:r>
          </a:p>
        </p:txBody>
      </p:sp>
      <p:sp>
        <p:nvSpPr>
          <p:cNvPr id="5" name="Slide Number Placeholder 4"/>
          <p:cNvSpPr>
            <a:spLocks noGrp="1"/>
          </p:cNvSpPr>
          <p:nvPr>
            <p:ph type="sldNum" sz="quarter" idx="12"/>
          </p:nvPr>
        </p:nvSpPr>
        <p:spPr>
          <a:xfrm>
            <a:off x="8732520" y="6356350"/>
            <a:ext cx="3200400" cy="365125"/>
          </a:xfrm>
        </p:spPr>
        <p:txBody>
          <a:bodyPr>
            <a:normAutofit/>
          </a:bodyPr>
          <a:lstStyle/>
          <a:p>
            <a:pPr>
              <a:spcAft>
                <a:spcPts val="600"/>
              </a:spcAft>
            </a:pPr>
            <a:fld id="{9208D3BE-EEC9-4C70-B94A-8206B932C9EC}" type="slidenum">
              <a:rPr lang="en-US">
                <a:solidFill>
                  <a:srgbClr val="FFFFFF"/>
                </a:solidFill>
              </a:rPr>
              <a:pPr>
                <a:spcAft>
                  <a:spcPts val="600"/>
                </a:spcAft>
              </a:pPr>
              <a:t>9</a:t>
            </a:fld>
            <a:endParaRPr lang="en-US">
              <a:solidFill>
                <a:srgbClr val="FFFF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0"/>
            <a:ext cx="4648200" cy="4191000"/>
          </a:xfrm>
        </p:spPr>
        <p:txBody>
          <a:bodyPr anchor="t">
            <a:normAutofit/>
          </a:bodyPr>
          <a:lstStyle/>
          <a:p>
            <a:pPr>
              <a:lnSpc>
                <a:spcPct val="90000"/>
              </a:lnSpc>
            </a:pPr>
            <a:r>
              <a:rPr lang="en-US" sz="1600" dirty="0"/>
              <a:t>The Quasi turbine concept resulted from research that began with an intense evaluation of all engine concepts to note advantageous, disadvantageous and opportunities for improvement.</a:t>
            </a:r>
          </a:p>
          <a:p>
            <a:pPr>
              <a:lnSpc>
                <a:spcPct val="90000"/>
              </a:lnSpc>
            </a:pPr>
            <a:r>
              <a:rPr lang="en-US" sz="1600" dirty="0"/>
              <a:t>During this exploratory process, the Saint - Hilaire team came to realize that a unique engine solution would be one that made improvements to the standard Wankel or rotary engine. </a:t>
            </a:r>
          </a:p>
          <a:p>
            <a:pPr>
              <a:lnSpc>
                <a:spcPct val="90000"/>
              </a:lnSpc>
            </a:pPr>
            <a:r>
              <a:rPr lang="en-US" sz="1600" dirty="0"/>
              <a:t>Like rotary engines, the Quasi turbine engine is based on a rotor-and-housing design. </a:t>
            </a:r>
          </a:p>
          <a:p>
            <a:pPr>
              <a:lnSpc>
                <a:spcPct val="90000"/>
              </a:lnSpc>
            </a:pPr>
            <a:r>
              <a:rPr lang="en-US" sz="1600" dirty="0"/>
              <a:t>But instead of three blades, the Quasi turbine rotor has four elements chained together, with combustion chamber located between each element and the walls of the housing</a:t>
            </a:r>
          </a:p>
          <a:p>
            <a:pPr>
              <a:lnSpc>
                <a:spcPct val="90000"/>
              </a:lnSpc>
            </a:pPr>
            <a:endParaRPr lang="en-US" sz="1600" dirty="0"/>
          </a:p>
        </p:txBody>
      </p:sp>
      <p:pic>
        <p:nvPicPr>
          <p:cNvPr id="9" name="Picture 8">
            <a:extLst>
              <a:ext uri="{FF2B5EF4-FFF2-40B4-BE49-F238E27FC236}">
                <a16:creationId xmlns:a16="http://schemas.microsoft.com/office/drawing/2014/main" id="{79F51C69-24FF-3FC9-341E-B688F8669E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7672" y="822010"/>
            <a:ext cx="6389346" cy="5223290"/>
          </a:xfrm>
          <a:prstGeom prst="rect">
            <a:avLst/>
          </a:prstGeom>
        </p:spPr>
      </p:pic>
      <p:sp>
        <p:nvSpPr>
          <p:cNvPr id="4" name="Footer Placeholder 3"/>
          <p:cNvSpPr>
            <a:spLocks noGrp="1"/>
          </p:cNvSpPr>
          <p:nvPr>
            <p:ph type="ftr" sz="quarter" idx="11"/>
          </p:nvPr>
        </p:nvSpPr>
        <p:spPr>
          <a:xfrm>
            <a:off x="5514569" y="6356350"/>
            <a:ext cx="3096030" cy="365125"/>
          </a:xfrm>
        </p:spPr>
        <p:txBody>
          <a:bodyPr>
            <a:normAutofit/>
          </a:bodyPr>
          <a:lstStyle/>
          <a:p>
            <a:pPr algn="l">
              <a:spcAft>
                <a:spcPts val="600"/>
              </a:spcAft>
            </a:pPr>
            <a:r>
              <a:rPr lang="en-US">
                <a:solidFill>
                  <a:schemeClr val="tx1">
                    <a:lumMod val="50000"/>
                    <a:lumOff val="50000"/>
                  </a:schemeClr>
                </a:solidFill>
              </a:rPr>
              <a:t>Quasi Turbine engine    </a:t>
            </a:r>
          </a:p>
        </p:txBody>
      </p:sp>
      <p:sp>
        <p:nvSpPr>
          <p:cNvPr id="5" name="Slide Number Placeholder 4"/>
          <p:cNvSpPr>
            <a:spLocks noGrp="1"/>
          </p:cNvSpPr>
          <p:nvPr>
            <p:ph type="sldNum" sz="quarter" idx="12"/>
          </p:nvPr>
        </p:nvSpPr>
        <p:spPr>
          <a:xfrm>
            <a:off x="8610600" y="6356350"/>
            <a:ext cx="2743200" cy="365125"/>
          </a:xfrm>
        </p:spPr>
        <p:txBody>
          <a:bodyPr>
            <a:normAutofit/>
          </a:bodyPr>
          <a:lstStyle/>
          <a:p>
            <a:pPr>
              <a:spcAft>
                <a:spcPts val="600"/>
              </a:spcAft>
            </a:pPr>
            <a:fld id="{9208D3BE-EEC9-4C70-B94A-8206B932C9EC}" type="slidenum">
              <a:rPr lang="en-US">
                <a:solidFill>
                  <a:schemeClr val="tx1">
                    <a:lumMod val="50000"/>
                    <a:lumOff val="50000"/>
                  </a:schemeClr>
                </a:solidFill>
              </a:rPr>
              <a:pPr>
                <a:spcAft>
                  <a:spcPts val="600"/>
                </a:spcAft>
              </a:pPr>
              <a:t>10</a:t>
            </a:fld>
            <a:endParaRPr lang="en-US">
              <a:solidFill>
                <a:schemeClr val="tx1">
                  <a:lumMod val="50000"/>
                  <a:lumOff val="50000"/>
                </a:schemeClr>
              </a:solidFill>
            </a:endParaRPr>
          </a:p>
        </p:txBody>
      </p:sp>
      <p:grpSp>
        <p:nvGrpSpPr>
          <p:cNvPr id="14" name="Group 13">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5" name="Rectangle 14">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044702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76693" y="741391"/>
            <a:ext cx="3455821" cy="1616203"/>
          </a:xfrm>
        </p:spPr>
        <p:txBody>
          <a:bodyPr anchor="b">
            <a:normAutofit/>
          </a:bodyPr>
          <a:lstStyle/>
          <a:p>
            <a:r>
              <a:rPr lang="en-US" sz="3200" b="1"/>
              <a:t>Working of Quasi turbine</a:t>
            </a:r>
          </a:p>
        </p:txBody>
      </p:sp>
      <p:sp>
        <p:nvSpPr>
          <p:cNvPr id="3" name="Content Placeholder 2"/>
          <p:cNvSpPr>
            <a:spLocks noGrp="1"/>
          </p:cNvSpPr>
          <p:nvPr>
            <p:ph idx="1"/>
          </p:nvPr>
        </p:nvSpPr>
        <p:spPr>
          <a:xfrm>
            <a:off x="876693" y="2533476"/>
            <a:ext cx="3455821" cy="3447832"/>
          </a:xfrm>
        </p:spPr>
        <p:txBody>
          <a:bodyPr anchor="t">
            <a:normAutofit/>
          </a:bodyPr>
          <a:lstStyle/>
          <a:p>
            <a:pPr>
              <a:lnSpc>
                <a:spcPct val="90000"/>
              </a:lnSpc>
            </a:pPr>
            <a:r>
              <a:rPr lang="en-US" sz="1400" dirty="0"/>
              <a:t>The basic working principle of Quasi turbine is same as internal combustion engine.</a:t>
            </a:r>
          </a:p>
          <a:p>
            <a:pPr>
              <a:lnSpc>
                <a:spcPct val="90000"/>
              </a:lnSpc>
            </a:pPr>
            <a:r>
              <a:rPr lang="en-US" sz="1400" dirty="0"/>
              <a:t>In a piston engine, one complete four-stroke cycle produces two complete revolutions of the crankshaft that means the power output of a piston engine is half a power stroke per one piston revolution.</a:t>
            </a:r>
          </a:p>
          <a:p>
            <a:pPr>
              <a:lnSpc>
                <a:spcPct val="90000"/>
              </a:lnSpc>
            </a:pPr>
            <a:r>
              <a:rPr lang="en-US" sz="1400" dirty="0"/>
              <a:t>A Quasi turbine engine, on the other hand, doesn't need pistons.</a:t>
            </a:r>
          </a:p>
          <a:p>
            <a:pPr>
              <a:lnSpc>
                <a:spcPct val="90000"/>
              </a:lnSpc>
            </a:pPr>
            <a:r>
              <a:rPr lang="en-US" sz="1400" dirty="0"/>
              <a:t>Instead, the four strokes of a typical piston engine are arranged sequentially around the oval housing. </a:t>
            </a:r>
          </a:p>
          <a:p>
            <a:pPr>
              <a:lnSpc>
                <a:spcPct val="90000"/>
              </a:lnSpc>
            </a:pPr>
            <a:r>
              <a:rPr lang="en-US" sz="1400" dirty="0"/>
              <a:t>There's no need for the crankshaft to perform the rotary conversion.</a:t>
            </a:r>
          </a:p>
        </p:txBody>
      </p:sp>
      <p:pic>
        <p:nvPicPr>
          <p:cNvPr id="7" name="Picture 6">
            <a:extLst>
              <a:ext uri="{FF2B5EF4-FFF2-40B4-BE49-F238E27FC236}">
                <a16:creationId xmlns:a16="http://schemas.microsoft.com/office/drawing/2014/main" id="{3F6889A0-047A-7A2C-287B-EF3D6AEBBC2A}"/>
              </a:ext>
            </a:extLst>
          </p:cNvPr>
          <p:cNvPicPr>
            <a:picLocks noChangeAspect="1"/>
          </p:cNvPicPr>
          <p:nvPr/>
        </p:nvPicPr>
        <p:blipFill rotWithShape="1">
          <a:blip r:embed="rId2">
            <a:extLst>
              <a:ext uri="{28A0092B-C50C-407E-A947-70E740481C1C}">
                <a14:useLocalDpi xmlns:a14="http://schemas.microsoft.com/office/drawing/2010/main" val="0"/>
              </a:ext>
            </a:extLst>
          </a:blip>
          <a:srcRect l="4000" t="13218" r="4000" b="7702"/>
          <a:stretch/>
        </p:blipFill>
        <p:spPr>
          <a:xfrm>
            <a:off x="5302232" y="741391"/>
            <a:ext cx="5760226" cy="5384528"/>
          </a:xfrm>
          <a:prstGeom prst="rect">
            <a:avLst/>
          </a:prstGeom>
        </p:spPr>
      </p:pic>
      <p:sp>
        <p:nvSpPr>
          <p:cNvPr id="4" name="Footer Placeholder 3"/>
          <p:cNvSpPr>
            <a:spLocks noGrp="1"/>
          </p:cNvSpPr>
          <p:nvPr>
            <p:ph type="ftr" sz="quarter" idx="11"/>
          </p:nvPr>
        </p:nvSpPr>
        <p:spPr>
          <a:xfrm>
            <a:off x="5514569" y="6356350"/>
            <a:ext cx="3096030" cy="365125"/>
          </a:xfrm>
        </p:spPr>
        <p:txBody>
          <a:bodyPr>
            <a:normAutofit/>
          </a:bodyPr>
          <a:lstStyle/>
          <a:p>
            <a:pPr algn="l">
              <a:spcAft>
                <a:spcPts val="600"/>
              </a:spcAft>
            </a:pPr>
            <a:r>
              <a:rPr lang="en-US">
                <a:solidFill>
                  <a:schemeClr val="tx1">
                    <a:lumMod val="50000"/>
                    <a:lumOff val="50000"/>
                  </a:schemeClr>
                </a:solidFill>
              </a:rPr>
              <a:t>Quasi Turbine engine    </a:t>
            </a:r>
          </a:p>
        </p:txBody>
      </p:sp>
      <p:sp>
        <p:nvSpPr>
          <p:cNvPr id="5" name="Slide Number Placeholder 4"/>
          <p:cNvSpPr>
            <a:spLocks noGrp="1"/>
          </p:cNvSpPr>
          <p:nvPr>
            <p:ph type="sldNum" sz="quarter" idx="12"/>
          </p:nvPr>
        </p:nvSpPr>
        <p:spPr>
          <a:xfrm>
            <a:off x="8610600" y="6356350"/>
            <a:ext cx="2743200" cy="365125"/>
          </a:xfrm>
        </p:spPr>
        <p:txBody>
          <a:bodyPr>
            <a:normAutofit/>
          </a:bodyPr>
          <a:lstStyle/>
          <a:p>
            <a:pPr>
              <a:spcAft>
                <a:spcPts val="600"/>
              </a:spcAft>
            </a:pPr>
            <a:fld id="{9208D3BE-EEC9-4C70-B94A-8206B932C9EC}" type="slidenum">
              <a:rPr lang="en-US">
                <a:solidFill>
                  <a:schemeClr val="tx1">
                    <a:lumMod val="50000"/>
                    <a:lumOff val="50000"/>
                  </a:schemeClr>
                </a:solidFill>
              </a:rPr>
              <a:pPr>
                <a:spcAft>
                  <a:spcPts val="600"/>
                </a:spcAft>
              </a:pPr>
              <a:t>11</a:t>
            </a:fld>
            <a:endParaRPr lang="en-US">
              <a:solidFill>
                <a:schemeClr val="tx1">
                  <a:lumMod val="50000"/>
                  <a:lumOff val="50000"/>
                </a:schemeClr>
              </a:solidFill>
            </a:endParaRPr>
          </a:p>
        </p:txBody>
      </p:sp>
      <p:grpSp>
        <p:nvGrpSpPr>
          <p:cNvPr id="19" name="Group 18">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20" name="Rectangle 19">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78459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876693" y="2533476"/>
            <a:ext cx="3455821" cy="3447832"/>
          </a:xfrm>
        </p:spPr>
        <p:txBody>
          <a:bodyPr anchor="t">
            <a:normAutofit/>
          </a:bodyPr>
          <a:lstStyle/>
          <a:p>
            <a:r>
              <a:rPr lang="en-US" sz="2000"/>
              <a:t>The principle of any IC Engine involves:</a:t>
            </a:r>
          </a:p>
          <a:p>
            <a:pPr>
              <a:buFont typeface="Wingdings" panose="05000000000000000000" pitchFamily="2" charset="2"/>
              <a:buChar char="Ø"/>
            </a:pPr>
            <a:r>
              <a:rPr lang="en-US" sz="2000" b="1"/>
              <a:t>INTAKE</a:t>
            </a:r>
          </a:p>
          <a:p>
            <a:pPr marL="0" indent="0">
              <a:buNone/>
            </a:pPr>
            <a:r>
              <a:rPr lang="en-US" sz="2000"/>
              <a:t>	which draws in a mixture of fuel and air.</a:t>
            </a:r>
          </a:p>
        </p:txBody>
      </p:sp>
      <p:pic>
        <p:nvPicPr>
          <p:cNvPr id="9" name="Picture 8">
            <a:extLst>
              <a:ext uri="{FF2B5EF4-FFF2-40B4-BE49-F238E27FC236}">
                <a16:creationId xmlns:a16="http://schemas.microsoft.com/office/drawing/2014/main" id="{EA548A0E-649F-0641-8213-0F73F39A7AB1}"/>
              </a:ext>
            </a:extLst>
          </p:cNvPr>
          <p:cNvPicPr>
            <a:picLocks noChangeAspect="1"/>
          </p:cNvPicPr>
          <p:nvPr/>
        </p:nvPicPr>
        <p:blipFill rotWithShape="1">
          <a:blip r:embed="rId2">
            <a:extLst>
              <a:ext uri="{28A0092B-C50C-407E-A947-70E740481C1C}">
                <a14:useLocalDpi xmlns:a14="http://schemas.microsoft.com/office/drawing/2010/main" val="0"/>
              </a:ext>
            </a:extLst>
          </a:blip>
          <a:srcRect l="4907" t="14473" r="2212" b="4889"/>
          <a:stretch/>
        </p:blipFill>
        <p:spPr>
          <a:xfrm>
            <a:off x="5333115" y="741391"/>
            <a:ext cx="5698459" cy="5384528"/>
          </a:xfrm>
          <a:prstGeom prst="rect">
            <a:avLst/>
          </a:prstGeom>
        </p:spPr>
      </p:pic>
      <p:sp>
        <p:nvSpPr>
          <p:cNvPr id="4" name="Footer Placeholder 3"/>
          <p:cNvSpPr>
            <a:spLocks noGrp="1"/>
          </p:cNvSpPr>
          <p:nvPr>
            <p:ph type="ftr" sz="quarter" idx="11"/>
          </p:nvPr>
        </p:nvSpPr>
        <p:spPr>
          <a:xfrm>
            <a:off x="5514569" y="6356350"/>
            <a:ext cx="3096030" cy="365125"/>
          </a:xfrm>
        </p:spPr>
        <p:txBody>
          <a:bodyPr>
            <a:normAutofit/>
          </a:bodyPr>
          <a:lstStyle/>
          <a:p>
            <a:pPr algn="l">
              <a:spcAft>
                <a:spcPts val="600"/>
              </a:spcAft>
            </a:pPr>
            <a:r>
              <a:rPr lang="en-US">
                <a:solidFill>
                  <a:schemeClr val="tx1">
                    <a:lumMod val="50000"/>
                    <a:lumOff val="50000"/>
                  </a:schemeClr>
                </a:solidFill>
              </a:rPr>
              <a:t>Quasi Turbine engine    </a:t>
            </a:r>
          </a:p>
        </p:txBody>
      </p:sp>
      <p:sp>
        <p:nvSpPr>
          <p:cNvPr id="5" name="Slide Number Placeholder 4"/>
          <p:cNvSpPr>
            <a:spLocks noGrp="1"/>
          </p:cNvSpPr>
          <p:nvPr>
            <p:ph type="sldNum" sz="quarter" idx="12"/>
          </p:nvPr>
        </p:nvSpPr>
        <p:spPr>
          <a:xfrm>
            <a:off x="8610600" y="6356350"/>
            <a:ext cx="2743200" cy="365125"/>
          </a:xfrm>
        </p:spPr>
        <p:txBody>
          <a:bodyPr>
            <a:normAutofit/>
          </a:bodyPr>
          <a:lstStyle/>
          <a:p>
            <a:pPr>
              <a:spcAft>
                <a:spcPts val="600"/>
              </a:spcAft>
            </a:pPr>
            <a:fld id="{9208D3BE-EEC9-4C70-B94A-8206B932C9EC}" type="slidenum">
              <a:rPr lang="en-US">
                <a:solidFill>
                  <a:schemeClr val="tx1">
                    <a:lumMod val="50000"/>
                    <a:lumOff val="50000"/>
                  </a:schemeClr>
                </a:solidFill>
              </a:rPr>
              <a:pPr>
                <a:spcAft>
                  <a:spcPts val="600"/>
                </a:spcAft>
              </a:pPr>
              <a:t>12</a:t>
            </a:fld>
            <a:endParaRPr lang="en-US">
              <a:solidFill>
                <a:schemeClr val="tx1">
                  <a:lumMod val="50000"/>
                  <a:lumOff val="50000"/>
                </a:schemeClr>
              </a:solidFill>
            </a:endParaRPr>
          </a:p>
        </p:txBody>
      </p:sp>
      <p:grpSp>
        <p:nvGrpSpPr>
          <p:cNvPr id="14" name="Group 13">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5" name="Rectangle 14">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72567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876693" y="2533476"/>
            <a:ext cx="3455821" cy="3447832"/>
          </a:xfrm>
        </p:spPr>
        <p:txBody>
          <a:bodyPr anchor="t">
            <a:normAutofit/>
          </a:bodyPr>
          <a:lstStyle/>
          <a:p>
            <a:pPr>
              <a:buFont typeface="Wingdings" panose="05000000000000000000" pitchFamily="2" charset="2"/>
              <a:buChar char="Ø"/>
            </a:pPr>
            <a:r>
              <a:rPr lang="en-US" sz="2000" b="1"/>
              <a:t>COMPRESSION</a:t>
            </a:r>
          </a:p>
          <a:p>
            <a:pPr marL="0" indent="0">
              <a:buNone/>
            </a:pPr>
            <a:r>
              <a:rPr lang="en-US" sz="2000"/>
              <a:t>	which squeezes the fuel - air mixture into a smaller volume.</a:t>
            </a:r>
          </a:p>
          <a:p>
            <a:pPr marL="0" indent="0">
              <a:buNone/>
            </a:pPr>
            <a:endParaRPr lang="en-US" sz="2000"/>
          </a:p>
        </p:txBody>
      </p:sp>
      <p:pic>
        <p:nvPicPr>
          <p:cNvPr id="2" name="Picture 1">
            <a:extLst>
              <a:ext uri="{FF2B5EF4-FFF2-40B4-BE49-F238E27FC236}">
                <a16:creationId xmlns:a16="http://schemas.microsoft.com/office/drawing/2014/main" id="{1F7F2CA0-0276-FE04-6B30-AA2B8CBD6009}"/>
              </a:ext>
            </a:extLst>
          </p:cNvPr>
          <p:cNvPicPr>
            <a:picLocks noChangeAspect="1"/>
          </p:cNvPicPr>
          <p:nvPr/>
        </p:nvPicPr>
        <p:blipFill rotWithShape="1">
          <a:blip r:embed="rId2">
            <a:extLst>
              <a:ext uri="{28A0092B-C50C-407E-A947-70E740481C1C}">
                <a14:useLocalDpi xmlns:a14="http://schemas.microsoft.com/office/drawing/2010/main" val="0"/>
              </a:ext>
            </a:extLst>
          </a:blip>
          <a:srcRect l="3333" t="14359" r="5556" b="3591"/>
          <a:stretch/>
        </p:blipFill>
        <p:spPr>
          <a:xfrm>
            <a:off x="5422735" y="741391"/>
            <a:ext cx="5519219" cy="5384528"/>
          </a:xfrm>
          <a:prstGeom prst="rect">
            <a:avLst/>
          </a:prstGeom>
        </p:spPr>
      </p:pic>
      <p:sp>
        <p:nvSpPr>
          <p:cNvPr id="4" name="Footer Placeholder 3"/>
          <p:cNvSpPr>
            <a:spLocks noGrp="1"/>
          </p:cNvSpPr>
          <p:nvPr>
            <p:ph type="ftr" sz="quarter" idx="11"/>
          </p:nvPr>
        </p:nvSpPr>
        <p:spPr>
          <a:xfrm>
            <a:off x="5514569" y="6356350"/>
            <a:ext cx="3096030" cy="365125"/>
          </a:xfrm>
        </p:spPr>
        <p:txBody>
          <a:bodyPr>
            <a:normAutofit/>
          </a:bodyPr>
          <a:lstStyle/>
          <a:p>
            <a:pPr algn="l">
              <a:spcAft>
                <a:spcPts val="600"/>
              </a:spcAft>
            </a:pPr>
            <a:r>
              <a:rPr lang="en-US">
                <a:solidFill>
                  <a:schemeClr val="tx1">
                    <a:lumMod val="50000"/>
                    <a:lumOff val="50000"/>
                  </a:schemeClr>
                </a:solidFill>
              </a:rPr>
              <a:t>Quasi Turbine engine    </a:t>
            </a:r>
          </a:p>
        </p:txBody>
      </p:sp>
      <p:sp>
        <p:nvSpPr>
          <p:cNvPr id="5" name="Slide Number Placeholder 4"/>
          <p:cNvSpPr>
            <a:spLocks noGrp="1"/>
          </p:cNvSpPr>
          <p:nvPr>
            <p:ph type="sldNum" sz="quarter" idx="12"/>
          </p:nvPr>
        </p:nvSpPr>
        <p:spPr>
          <a:xfrm>
            <a:off x="8610600" y="6356350"/>
            <a:ext cx="2743200" cy="365125"/>
          </a:xfrm>
        </p:spPr>
        <p:txBody>
          <a:bodyPr>
            <a:normAutofit/>
          </a:bodyPr>
          <a:lstStyle/>
          <a:p>
            <a:pPr>
              <a:spcAft>
                <a:spcPts val="600"/>
              </a:spcAft>
            </a:pPr>
            <a:fld id="{9208D3BE-EEC9-4C70-B94A-8206B932C9EC}" type="slidenum">
              <a:rPr lang="en-US">
                <a:solidFill>
                  <a:schemeClr val="tx1">
                    <a:lumMod val="50000"/>
                    <a:lumOff val="50000"/>
                  </a:schemeClr>
                </a:solidFill>
              </a:rPr>
              <a:pPr>
                <a:spcAft>
                  <a:spcPts val="600"/>
                </a:spcAft>
              </a:pPr>
              <a:t>13</a:t>
            </a:fld>
            <a:endParaRPr lang="en-US">
              <a:solidFill>
                <a:schemeClr val="tx1">
                  <a:lumMod val="50000"/>
                  <a:lumOff val="50000"/>
                </a:schemeClr>
              </a:solidFill>
            </a:endParaRPr>
          </a:p>
        </p:txBody>
      </p:sp>
      <p:grpSp>
        <p:nvGrpSpPr>
          <p:cNvPr id="10" name="Group 9">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1" name="Rectangle 10">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11145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876693" y="2533476"/>
            <a:ext cx="3455821" cy="3447832"/>
          </a:xfrm>
        </p:spPr>
        <p:txBody>
          <a:bodyPr anchor="t">
            <a:normAutofit/>
          </a:bodyPr>
          <a:lstStyle/>
          <a:p>
            <a:pPr>
              <a:buFont typeface="Wingdings" panose="05000000000000000000" pitchFamily="2" charset="2"/>
              <a:buChar char="Ø"/>
            </a:pPr>
            <a:r>
              <a:rPr lang="en-US" sz="2000" b="1"/>
              <a:t>COMBUSTION</a:t>
            </a:r>
          </a:p>
          <a:p>
            <a:pPr marL="0" indent="0">
              <a:buNone/>
            </a:pPr>
            <a:r>
              <a:rPr lang="en-US" sz="2000"/>
              <a:t>	which uses a spark from a spark plug to ignite the fuel.</a:t>
            </a:r>
          </a:p>
          <a:p>
            <a:pPr>
              <a:buFont typeface="Wingdings" panose="05000000000000000000" pitchFamily="2" charset="2"/>
              <a:buChar char="Ø"/>
            </a:pPr>
            <a:r>
              <a:rPr lang="en-US" sz="2000" b="1"/>
              <a:t>EXHAUST</a:t>
            </a:r>
          </a:p>
          <a:p>
            <a:pPr marL="0" indent="0">
              <a:buNone/>
            </a:pPr>
            <a:r>
              <a:rPr lang="en-US" sz="2000"/>
              <a:t>	which expels waste gases (by-products) from the engine.</a:t>
            </a:r>
          </a:p>
          <a:p>
            <a:pPr marL="0" indent="0">
              <a:buNone/>
            </a:pPr>
            <a:endParaRPr lang="en-US" sz="2000"/>
          </a:p>
          <a:p>
            <a:endParaRPr lang="en-US" sz="2000"/>
          </a:p>
        </p:txBody>
      </p:sp>
      <p:pic>
        <p:nvPicPr>
          <p:cNvPr id="2" name="Picture 1">
            <a:extLst>
              <a:ext uri="{FF2B5EF4-FFF2-40B4-BE49-F238E27FC236}">
                <a16:creationId xmlns:a16="http://schemas.microsoft.com/office/drawing/2014/main" id="{C50FEE51-46F9-E27F-20E5-AB410D6B8052}"/>
              </a:ext>
            </a:extLst>
          </p:cNvPr>
          <p:cNvPicPr>
            <a:picLocks noChangeAspect="1"/>
          </p:cNvPicPr>
          <p:nvPr/>
        </p:nvPicPr>
        <p:blipFill rotWithShape="1">
          <a:blip r:embed="rId2">
            <a:extLst>
              <a:ext uri="{28A0092B-C50C-407E-A947-70E740481C1C}">
                <a14:useLocalDpi xmlns:a14="http://schemas.microsoft.com/office/drawing/2010/main" val="0"/>
              </a:ext>
            </a:extLst>
          </a:blip>
          <a:srcRect l="2275" t="12766" r="2187" b="4256"/>
          <a:stretch/>
        </p:blipFill>
        <p:spPr>
          <a:xfrm>
            <a:off x="5282980" y="741391"/>
            <a:ext cx="5798729" cy="5384528"/>
          </a:xfrm>
          <a:prstGeom prst="rect">
            <a:avLst/>
          </a:prstGeom>
        </p:spPr>
      </p:pic>
      <p:sp>
        <p:nvSpPr>
          <p:cNvPr id="4" name="Footer Placeholder 3"/>
          <p:cNvSpPr>
            <a:spLocks noGrp="1"/>
          </p:cNvSpPr>
          <p:nvPr>
            <p:ph type="ftr" sz="quarter" idx="11"/>
          </p:nvPr>
        </p:nvSpPr>
        <p:spPr>
          <a:xfrm>
            <a:off x="5514569" y="6356350"/>
            <a:ext cx="3096030" cy="365125"/>
          </a:xfrm>
        </p:spPr>
        <p:txBody>
          <a:bodyPr>
            <a:normAutofit/>
          </a:bodyPr>
          <a:lstStyle/>
          <a:p>
            <a:pPr algn="l">
              <a:spcAft>
                <a:spcPts val="600"/>
              </a:spcAft>
            </a:pPr>
            <a:r>
              <a:rPr lang="en-US">
                <a:solidFill>
                  <a:schemeClr val="tx1">
                    <a:lumMod val="50000"/>
                    <a:lumOff val="50000"/>
                  </a:schemeClr>
                </a:solidFill>
              </a:rPr>
              <a:t>Quasi Turbine engine    </a:t>
            </a:r>
          </a:p>
        </p:txBody>
      </p:sp>
      <p:sp>
        <p:nvSpPr>
          <p:cNvPr id="5" name="Slide Number Placeholder 4"/>
          <p:cNvSpPr>
            <a:spLocks noGrp="1"/>
          </p:cNvSpPr>
          <p:nvPr>
            <p:ph type="sldNum" sz="quarter" idx="12"/>
          </p:nvPr>
        </p:nvSpPr>
        <p:spPr>
          <a:xfrm>
            <a:off x="8610600" y="6356350"/>
            <a:ext cx="2743200" cy="365125"/>
          </a:xfrm>
        </p:spPr>
        <p:txBody>
          <a:bodyPr>
            <a:normAutofit/>
          </a:bodyPr>
          <a:lstStyle/>
          <a:p>
            <a:pPr>
              <a:spcAft>
                <a:spcPts val="600"/>
              </a:spcAft>
            </a:pPr>
            <a:fld id="{9208D3BE-EEC9-4C70-B94A-8206B932C9EC}" type="slidenum">
              <a:rPr lang="en-US">
                <a:solidFill>
                  <a:schemeClr val="tx1">
                    <a:lumMod val="50000"/>
                    <a:lumOff val="50000"/>
                  </a:schemeClr>
                </a:solidFill>
              </a:rPr>
              <a:pPr>
                <a:spcAft>
                  <a:spcPts val="600"/>
                </a:spcAft>
              </a:pPr>
              <a:t>14</a:t>
            </a:fld>
            <a:endParaRPr lang="en-US">
              <a:solidFill>
                <a:schemeClr val="tx1">
                  <a:lumMod val="50000"/>
                  <a:lumOff val="50000"/>
                </a:schemeClr>
              </a:solidFill>
            </a:endParaRPr>
          </a:p>
        </p:txBody>
      </p:sp>
      <p:grpSp>
        <p:nvGrpSpPr>
          <p:cNvPr id="10" name="Group 9">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1" name="Rectangle 10">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23494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950AD4C-6AF3-49F8-94E1-DBCAFB3947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Meiryo"/>
            </a:endParaRPr>
          </a:p>
        </p:txBody>
      </p:sp>
      <p:sp>
        <p:nvSpPr>
          <p:cNvPr id="22" name="Freeform: Shape 21">
            <a:extLst>
              <a:ext uri="{FF2B5EF4-FFF2-40B4-BE49-F238E27FC236}">
                <a16:creationId xmlns:a16="http://schemas.microsoft.com/office/drawing/2014/main" id="{0ACBD85E-A404-45CB-B532-1039E479D4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167675" y="-3167677"/>
            <a:ext cx="5856341" cy="12191695"/>
          </a:xfrm>
          <a:custGeom>
            <a:avLst/>
            <a:gdLst>
              <a:gd name="connsiteX0" fmla="*/ 0 w 5856341"/>
              <a:gd name="connsiteY0" fmla="*/ 12191695 h 12191695"/>
              <a:gd name="connsiteX1" fmla="*/ 0 w 5856341"/>
              <a:gd name="connsiteY1" fmla="*/ 0 h 12191695"/>
              <a:gd name="connsiteX2" fmla="*/ 243849 w 5856341"/>
              <a:gd name="connsiteY2" fmla="*/ 0 h 12191695"/>
              <a:gd name="connsiteX3" fmla="*/ 505121 w 5856341"/>
              <a:gd name="connsiteY3" fmla="*/ 0 h 12191695"/>
              <a:gd name="connsiteX4" fmla="*/ 723207 w 5856341"/>
              <a:gd name="connsiteY4" fmla="*/ 0 h 12191695"/>
              <a:gd name="connsiteX5" fmla="*/ 755828 w 5856341"/>
              <a:gd name="connsiteY5" fmla="*/ 0 h 12191695"/>
              <a:gd name="connsiteX6" fmla="*/ 1411868 w 5856341"/>
              <a:gd name="connsiteY6" fmla="*/ 0 h 12191695"/>
              <a:gd name="connsiteX7" fmla="*/ 1421034 w 5856341"/>
              <a:gd name="connsiteY7" fmla="*/ 0 h 12191695"/>
              <a:gd name="connsiteX8" fmla="*/ 1515206 w 5856341"/>
              <a:gd name="connsiteY8" fmla="*/ 0 h 12191695"/>
              <a:gd name="connsiteX9" fmla="*/ 2636151 w 5856341"/>
              <a:gd name="connsiteY9" fmla="*/ 0 h 12191695"/>
              <a:gd name="connsiteX10" fmla="*/ 4637890 w 5856341"/>
              <a:gd name="connsiteY10" fmla="*/ 0 h 12191695"/>
              <a:gd name="connsiteX11" fmla="*/ 4654499 w 5856341"/>
              <a:gd name="connsiteY11" fmla="*/ 26661 h 12191695"/>
              <a:gd name="connsiteX12" fmla="*/ 5856341 w 5856341"/>
              <a:gd name="connsiteY12" fmla="*/ 6438338 h 12191695"/>
              <a:gd name="connsiteX13" fmla="*/ 4449211 w 5856341"/>
              <a:gd name="connsiteY13" fmla="*/ 11332719 h 12191695"/>
              <a:gd name="connsiteX14" fmla="*/ 4061349 w 5856341"/>
              <a:gd name="connsiteY14" fmla="*/ 12054097 h 12191695"/>
              <a:gd name="connsiteX15" fmla="*/ 3977450 w 5856341"/>
              <a:gd name="connsiteY15" fmla="*/ 12191695 h 12191695"/>
              <a:gd name="connsiteX16" fmla="*/ 2636151 w 5856341"/>
              <a:gd name="connsiteY16" fmla="*/ 12191695 h 12191695"/>
              <a:gd name="connsiteX17" fmla="*/ 1421034 w 5856341"/>
              <a:gd name="connsiteY17" fmla="*/ 12191695 h 12191695"/>
              <a:gd name="connsiteX18" fmla="*/ 1411868 w 5856341"/>
              <a:gd name="connsiteY18" fmla="*/ 12191695 h 12191695"/>
              <a:gd name="connsiteX19" fmla="*/ 1283685 w 5856341"/>
              <a:gd name="connsiteY19" fmla="*/ 12191695 h 12191695"/>
              <a:gd name="connsiteX20" fmla="*/ 755828 w 5856341"/>
              <a:gd name="connsiteY20" fmla="*/ 12191695 h 12191695"/>
              <a:gd name="connsiteX21" fmla="*/ 723207 w 5856341"/>
              <a:gd name="connsiteY21" fmla="*/ 12191695 h 12191695"/>
              <a:gd name="connsiteX22" fmla="*/ 505121 w 5856341"/>
              <a:gd name="connsiteY22" fmla="*/ 12191695 h 12191695"/>
              <a:gd name="connsiteX23" fmla="*/ 243849 w 5856341"/>
              <a:gd name="connsiteY23" fmla="*/ 12191695 h 12191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56341" h="12191695">
                <a:moveTo>
                  <a:pt x="0" y="12191695"/>
                </a:moveTo>
                <a:lnTo>
                  <a:pt x="0" y="0"/>
                </a:lnTo>
                <a:lnTo>
                  <a:pt x="243849" y="0"/>
                </a:lnTo>
                <a:lnTo>
                  <a:pt x="505121" y="0"/>
                </a:lnTo>
                <a:lnTo>
                  <a:pt x="723207" y="0"/>
                </a:lnTo>
                <a:lnTo>
                  <a:pt x="755828" y="0"/>
                </a:lnTo>
                <a:lnTo>
                  <a:pt x="1411868" y="0"/>
                </a:lnTo>
                <a:lnTo>
                  <a:pt x="1421034" y="0"/>
                </a:lnTo>
                <a:lnTo>
                  <a:pt x="1515206" y="0"/>
                </a:lnTo>
                <a:lnTo>
                  <a:pt x="2636151" y="0"/>
                </a:lnTo>
                <a:lnTo>
                  <a:pt x="4637890" y="0"/>
                </a:lnTo>
                <a:lnTo>
                  <a:pt x="4654499" y="26661"/>
                </a:lnTo>
                <a:cubicBezTo>
                  <a:pt x="5425621" y="1341551"/>
                  <a:pt x="5856341" y="3721137"/>
                  <a:pt x="5856341" y="6438338"/>
                </a:cubicBezTo>
                <a:cubicBezTo>
                  <a:pt x="5856341" y="8833790"/>
                  <a:pt x="5159120" y="9960353"/>
                  <a:pt x="4449211" y="11332719"/>
                </a:cubicBezTo>
                <a:cubicBezTo>
                  <a:pt x="4319934" y="11582638"/>
                  <a:pt x="4191839" y="11827452"/>
                  <a:pt x="4061349" y="12054097"/>
                </a:cubicBezTo>
                <a:lnTo>
                  <a:pt x="3977450" y="12191695"/>
                </a:lnTo>
                <a:lnTo>
                  <a:pt x="2636151" y="12191695"/>
                </a:lnTo>
                <a:lnTo>
                  <a:pt x="1421034" y="12191695"/>
                </a:lnTo>
                <a:lnTo>
                  <a:pt x="1411868" y="12191695"/>
                </a:lnTo>
                <a:lnTo>
                  <a:pt x="1283685" y="12191695"/>
                </a:lnTo>
                <a:lnTo>
                  <a:pt x="755828" y="12191695"/>
                </a:lnTo>
                <a:lnTo>
                  <a:pt x="723207" y="12191695"/>
                </a:lnTo>
                <a:lnTo>
                  <a:pt x="505121" y="12191695"/>
                </a:lnTo>
                <a:lnTo>
                  <a:pt x="243849" y="12191695"/>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DB1626B1-BAC7-4893-A5AC-620597685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146277" y="-874927"/>
            <a:ext cx="1899138" cy="12191695"/>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4" name="Freeform: Shape 23">
            <a:extLst>
              <a:ext uri="{FF2B5EF4-FFF2-40B4-BE49-F238E27FC236}">
                <a16:creationId xmlns:a16="http://schemas.microsoft.com/office/drawing/2014/main" id="{D64E9910-51FE-45BF-973D-9D2401FD3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143758" y="-1037574"/>
            <a:ext cx="1904176" cy="12191695"/>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4" name="Picture 3">
            <a:extLst>
              <a:ext uri="{FF2B5EF4-FFF2-40B4-BE49-F238E27FC236}">
                <a16:creationId xmlns:a16="http://schemas.microsoft.com/office/drawing/2014/main" id="{561A56C9-3801-D0BB-033C-5F337CC27A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9557" y="1249355"/>
            <a:ext cx="4094960" cy="3102242"/>
          </a:xfrm>
          <a:prstGeom prst="rect">
            <a:avLst/>
          </a:prstGeom>
        </p:spPr>
      </p:pic>
      <p:pic>
        <p:nvPicPr>
          <p:cNvPr id="6" name="Picture 5">
            <a:extLst>
              <a:ext uri="{FF2B5EF4-FFF2-40B4-BE49-F238E27FC236}">
                <a16:creationId xmlns:a16="http://schemas.microsoft.com/office/drawing/2014/main" id="{DBEA85A7-7DE6-6DE7-C83B-E091253B53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6867" y="1469614"/>
            <a:ext cx="4094960" cy="2661724"/>
          </a:xfrm>
          <a:prstGeom prst="rect">
            <a:avLst/>
          </a:prstGeom>
        </p:spPr>
      </p:pic>
      <p:sp>
        <p:nvSpPr>
          <p:cNvPr id="2" name="Footer Placeholder 1">
            <a:extLst>
              <a:ext uri="{FF2B5EF4-FFF2-40B4-BE49-F238E27FC236}">
                <a16:creationId xmlns:a16="http://schemas.microsoft.com/office/drawing/2014/main" id="{7569DF58-86F7-B22D-5227-9355BB821BD4}"/>
              </a:ext>
            </a:extLst>
          </p:cNvPr>
          <p:cNvSpPr>
            <a:spLocks noGrp="1"/>
          </p:cNvSpPr>
          <p:nvPr>
            <p:ph type="ftr" sz="quarter" idx="11"/>
          </p:nvPr>
        </p:nvSpPr>
        <p:spPr>
          <a:xfrm>
            <a:off x="1179576" y="6356350"/>
            <a:ext cx="5669280" cy="365125"/>
          </a:xfrm>
        </p:spPr>
        <p:txBody>
          <a:bodyPr>
            <a:normAutofit/>
          </a:bodyPr>
          <a:lstStyle/>
          <a:p>
            <a:pPr algn="l">
              <a:spcAft>
                <a:spcPts val="600"/>
              </a:spcAft>
            </a:pPr>
            <a:r>
              <a:rPr lang="en-US">
                <a:solidFill>
                  <a:schemeClr val="tx1">
                    <a:lumMod val="75000"/>
                    <a:lumOff val="25000"/>
                  </a:schemeClr>
                </a:solidFill>
              </a:rPr>
              <a:t>Quasi Turbine engine    </a:t>
            </a:r>
          </a:p>
        </p:txBody>
      </p:sp>
      <p:sp>
        <p:nvSpPr>
          <p:cNvPr id="3" name="Slide Number Placeholder 2">
            <a:extLst>
              <a:ext uri="{FF2B5EF4-FFF2-40B4-BE49-F238E27FC236}">
                <a16:creationId xmlns:a16="http://schemas.microsoft.com/office/drawing/2014/main" id="{A5283220-6251-1F54-0C12-5F539FCE98CC}"/>
              </a:ext>
            </a:extLst>
          </p:cNvPr>
          <p:cNvSpPr>
            <a:spLocks noGrp="1"/>
          </p:cNvSpPr>
          <p:nvPr>
            <p:ph type="sldNum" sz="quarter" idx="12"/>
          </p:nvPr>
        </p:nvSpPr>
        <p:spPr>
          <a:xfrm>
            <a:off x="10853928" y="6356350"/>
            <a:ext cx="1188720" cy="365125"/>
          </a:xfrm>
        </p:spPr>
        <p:txBody>
          <a:bodyPr>
            <a:normAutofit/>
          </a:bodyPr>
          <a:lstStyle/>
          <a:p>
            <a:pPr algn="l">
              <a:spcAft>
                <a:spcPts val="600"/>
              </a:spcAft>
            </a:pPr>
            <a:fld id="{9208D3BE-EEC9-4C70-B94A-8206B932C9EC}" type="slidenum">
              <a:rPr lang="en-US" sz="1600">
                <a:solidFill>
                  <a:schemeClr val="tx1">
                    <a:lumMod val="75000"/>
                    <a:lumOff val="25000"/>
                  </a:schemeClr>
                </a:solidFill>
              </a:rPr>
              <a:pPr algn="l">
                <a:spcAft>
                  <a:spcPts val="600"/>
                </a:spcAft>
              </a:pPr>
              <a:t>15</a:t>
            </a:fld>
            <a:endParaRPr lang="en-US" sz="1600">
              <a:solidFill>
                <a:schemeClr val="tx1">
                  <a:lumMod val="75000"/>
                  <a:lumOff val="25000"/>
                </a:schemeClr>
              </a:solidFill>
            </a:endParaRPr>
          </a:p>
        </p:txBody>
      </p:sp>
    </p:spTree>
    <p:extLst>
      <p:ext uri="{BB962C8B-B14F-4D97-AF65-F5344CB8AC3E}">
        <p14:creationId xmlns:p14="http://schemas.microsoft.com/office/powerpoint/2010/main" val="866246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76693" y="741391"/>
            <a:ext cx="3455821" cy="1616203"/>
          </a:xfrm>
        </p:spPr>
        <p:txBody>
          <a:bodyPr anchor="b">
            <a:normAutofit/>
          </a:bodyPr>
          <a:lstStyle/>
          <a:p>
            <a:pPr lvl="0"/>
            <a:r>
              <a:rPr lang="en-US" sz="3200" b="1" dirty="0"/>
              <a:t>Types of Quasi turbine engine</a:t>
            </a:r>
            <a:endParaRPr lang="en-US" sz="3200" b="1" dirty="0">
              <a:latin typeface="+mn-lt"/>
              <a:ea typeface="+mn-ea"/>
              <a:cs typeface="+mn-cs"/>
            </a:endParaRPr>
          </a:p>
        </p:txBody>
      </p:sp>
      <p:sp>
        <p:nvSpPr>
          <p:cNvPr id="3" name="Content Placeholder 2"/>
          <p:cNvSpPr>
            <a:spLocks noGrp="1"/>
          </p:cNvSpPr>
          <p:nvPr>
            <p:ph idx="1"/>
          </p:nvPr>
        </p:nvSpPr>
        <p:spPr>
          <a:xfrm>
            <a:off x="876693" y="2533476"/>
            <a:ext cx="3455821" cy="3447832"/>
          </a:xfrm>
        </p:spPr>
        <p:txBody>
          <a:bodyPr anchor="t">
            <a:normAutofit/>
          </a:bodyPr>
          <a:lstStyle/>
          <a:p>
            <a:pPr marL="342900" indent="-342900">
              <a:buFont typeface="+mj-lt"/>
              <a:buAutoNum type="arabicPeriod"/>
            </a:pPr>
            <a:r>
              <a:rPr lang="en-IN" sz="2000" u="sng" dirty="0"/>
              <a:t>Quasi turbine with-out Carriages</a:t>
            </a:r>
          </a:p>
          <a:p>
            <a:pPr marL="0" indent="0">
              <a:buNone/>
            </a:pPr>
            <a:r>
              <a:rPr lang="en-US" sz="2000" dirty="0"/>
              <a:t>The rotor turns inside a nearly oval shaped housing ,Sides of a rotor seal against the sides of housing, Corners of the rotor seal against inner periphery dived into four chambers.</a:t>
            </a:r>
          </a:p>
          <a:p>
            <a:pPr marL="0" indent="0">
              <a:buNone/>
            </a:pPr>
            <a:endParaRPr lang="en-US" sz="2000" dirty="0"/>
          </a:p>
        </p:txBody>
      </p:sp>
      <p:pic>
        <p:nvPicPr>
          <p:cNvPr id="7" name="Picture 6">
            <a:extLst>
              <a:ext uri="{FF2B5EF4-FFF2-40B4-BE49-F238E27FC236}">
                <a16:creationId xmlns:a16="http://schemas.microsoft.com/office/drawing/2014/main" id="{7388EFF3-6DF0-9A07-A9A1-A371387A2A0F}"/>
              </a:ext>
            </a:extLst>
          </p:cNvPr>
          <p:cNvPicPr>
            <a:picLocks noChangeAspect="1"/>
          </p:cNvPicPr>
          <p:nvPr/>
        </p:nvPicPr>
        <p:blipFill rotWithShape="1">
          <a:blip r:embed="rId2">
            <a:extLst>
              <a:ext uri="{28A0092B-C50C-407E-A947-70E740481C1C}">
                <a14:useLocalDpi xmlns:a14="http://schemas.microsoft.com/office/drawing/2010/main" val="0"/>
              </a:ext>
            </a:extLst>
          </a:blip>
          <a:srcRect l="2074" t="13793" r="2074" b="3448"/>
          <a:stretch/>
        </p:blipFill>
        <p:spPr>
          <a:xfrm>
            <a:off x="5265758" y="741391"/>
            <a:ext cx="5833174" cy="5384528"/>
          </a:xfrm>
          <a:prstGeom prst="rect">
            <a:avLst/>
          </a:prstGeom>
        </p:spPr>
      </p:pic>
      <p:sp>
        <p:nvSpPr>
          <p:cNvPr id="4" name="Footer Placeholder 3"/>
          <p:cNvSpPr>
            <a:spLocks noGrp="1"/>
          </p:cNvSpPr>
          <p:nvPr>
            <p:ph type="ftr" sz="quarter" idx="11"/>
          </p:nvPr>
        </p:nvSpPr>
        <p:spPr>
          <a:xfrm>
            <a:off x="5514569" y="6356350"/>
            <a:ext cx="3096030" cy="365125"/>
          </a:xfrm>
        </p:spPr>
        <p:txBody>
          <a:bodyPr>
            <a:normAutofit/>
          </a:bodyPr>
          <a:lstStyle/>
          <a:p>
            <a:pPr algn="l">
              <a:spcAft>
                <a:spcPts val="600"/>
              </a:spcAft>
            </a:pPr>
            <a:r>
              <a:rPr lang="en-US">
                <a:solidFill>
                  <a:schemeClr val="tx1">
                    <a:lumMod val="50000"/>
                    <a:lumOff val="50000"/>
                  </a:schemeClr>
                </a:solidFill>
              </a:rPr>
              <a:t>Quasi Turbine engine    </a:t>
            </a:r>
          </a:p>
        </p:txBody>
      </p:sp>
      <p:sp>
        <p:nvSpPr>
          <p:cNvPr id="5" name="Slide Number Placeholder 4"/>
          <p:cNvSpPr>
            <a:spLocks noGrp="1"/>
          </p:cNvSpPr>
          <p:nvPr>
            <p:ph type="sldNum" sz="quarter" idx="12"/>
          </p:nvPr>
        </p:nvSpPr>
        <p:spPr>
          <a:xfrm>
            <a:off x="8610600" y="6356350"/>
            <a:ext cx="2743200" cy="365125"/>
          </a:xfrm>
        </p:spPr>
        <p:txBody>
          <a:bodyPr>
            <a:normAutofit/>
          </a:bodyPr>
          <a:lstStyle/>
          <a:p>
            <a:pPr>
              <a:spcAft>
                <a:spcPts val="600"/>
              </a:spcAft>
            </a:pPr>
            <a:fld id="{9208D3BE-EEC9-4C70-B94A-8206B932C9EC}" type="slidenum">
              <a:rPr lang="en-US" smtClean="0">
                <a:solidFill>
                  <a:schemeClr val="tx1">
                    <a:lumMod val="50000"/>
                    <a:lumOff val="50000"/>
                  </a:schemeClr>
                </a:solidFill>
              </a:rPr>
              <a:pPr>
                <a:spcAft>
                  <a:spcPts val="600"/>
                </a:spcAft>
              </a:pPr>
              <a:t>16</a:t>
            </a:fld>
            <a:endParaRPr lang="en-US">
              <a:solidFill>
                <a:schemeClr val="tx1">
                  <a:lumMod val="50000"/>
                  <a:lumOff val="50000"/>
                </a:schemeClr>
              </a:solidFill>
            </a:endParaRPr>
          </a:p>
        </p:txBody>
      </p:sp>
      <p:grpSp>
        <p:nvGrpSpPr>
          <p:cNvPr id="23" name="Group 22">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20" name="Rectangle 19">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32339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63C8259-0633-3430-029E-CB1A5907F7E8}"/>
              </a:ext>
            </a:extLst>
          </p:cNvPr>
          <p:cNvSpPr txBox="1"/>
          <p:nvPr/>
        </p:nvSpPr>
        <p:spPr>
          <a:xfrm>
            <a:off x="876693" y="741391"/>
            <a:ext cx="4355265" cy="1616203"/>
          </a:xfrm>
          <a:prstGeom prst="rect">
            <a:avLst/>
          </a:prstGeom>
        </p:spPr>
        <p:txBody>
          <a:bodyPr vert="horz" lIns="91440" tIns="45720" rIns="91440" bIns="45720" rtlCol="0" anchor="b">
            <a:normAutofit/>
          </a:bodyPr>
          <a:lstStyle/>
          <a:p>
            <a:pPr marL="0" indent="0">
              <a:lnSpc>
                <a:spcPct val="90000"/>
              </a:lnSpc>
              <a:spcBef>
                <a:spcPct val="0"/>
              </a:spcBef>
              <a:spcAft>
                <a:spcPts val="600"/>
              </a:spcAft>
            </a:pPr>
            <a:r>
              <a:rPr lang="en-US" sz="3200" u="sng">
                <a:latin typeface="+mj-lt"/>
                <a:ea typeface="+mj-ea"/>
                <a:cs typeface="+mj-cs"/>
              </a:rPr>
              <a:t>2. Quasi turbine with Carriages</a:t>
            </a:r>
          </a:p>
        </p:txBody>
      </p:sp>
      <p:sp>
        <p:nvSpPr>
          <p:cNvPr id="3" name="Content Placeholder 2"/>
          <p:cNvSpPr>
            <a:spLocks noGrp="1"/>
          </p:cNvSpPr>
          <p:nvPr>
            <p:ph idx="1"/>
          </p:nvPr>
        </p:nvSpPr>
        <p:spPr>
          <a:xfrm>
            <a:off x="876692" y="2533476"/>
            <a:ext cx="4355265" cy="3447832"/>
          </a:xfrm>
        </p:spPr>
        <p:txBody>
          <a:bodyPr vert="horz" lIns="91440" tIns="45720" rIns="91440" bIns="45720" rtlCol="0" anchor="t">
            <a:normAutofit/>
          </a:bodyPr>
          <a:lstStyle/>
          <a:p>
            <a:pPr marL="0" indent="-228600" defTabSz="914400">
              <a:lnSpc>
                <a:spcPct val="90000"/>
              </a:lnSpc>
            </a:pPr>
            <a:r>
              <a:rPr lang="en-US" sz="1300"/>
              <a:t>The housing which is a near oval known as the "Saint-Hilaire skating rink," forms the cavity in which the rotor rotates. The housing contains </a:t>
            </a:r>
            <a:r>
              <a:rPr lang="en-US" sz="1300" b="1"/>
              <a:t>four ports</a:t>
            </a:r>
            <a:r>
              <a:rPr lang="en-US" sz="1300"/>
              <a:t>:</a:t>
            </a:r>
          </a:p>
          <a:p>
            <a:pPr marL="300038" indent="-228600" defTabSz="914400">
              <a:lnSpc>
                <a:spcPct val="90000"/>
              </a:lnSpc>
            </a:pPr>
            <a:r>
              <a:rPr lang="en-US" sz="1300"/>
              <a:t>A port where the spark plug normally sits</a:t>
            </a:r>
          </a:p>
          <a:p>
            <a:pPr marL="300038" indent="-228600" defTabSz="914400">
              <a:lnSpc>
                <a:spcPct val="90000"/>
              </a:lnSpc>
            </a:pPr>
            <a:r>
              <a:rPr lang="en-US" sz="1300"/>
              <a:t>A port that is closed with a removable plug.</a:t>
            </a:r>
          </a:p>
          <a:p>
            <a:pPr marL="300038" indent="-228600" defTabSz="914400">
              <a:lnSpc>
                <a:spcPct val="90000"/>
              </a:lnSpc>
            </a:pPr>
            <a:r>
              <a:rPr lang="en-US" sz="1300"/>
              <a:t>A port for the intake of air.</a:t>
            </a:r>
          </a:p>
          <a:p>
            <a:pPr marL="300038" indent="-228600" defTabSz="914400">
              <a:lnSpc>
                <a:spcPct val="90000"/>
              </a:lnSpc>
            </a:pPr>
            <a:r>
              <a:rPr lang="en-US" sz="1300"/>
              <a:t>An exhaust port used to release the waste gases of combustion.</a:t>
            </a:r>
          </a:p>
          <a:p>
            <a:pPr marL="0" indent="-228600" defTabSz="914400">
              <a:lnSpc>
                <a:spcPct val="90000"/>
              </a:lnSpc>
            </a:pPr>
            <a:endParaRPr lang="en-US" sz="1300" u="sng"/>
          </a:p>
          <a:p>
            <a:pPr marL="0" indent="-228600" defTabSz="914400">
              <a:lnSpc>
                <a:spcPct val="90000"/>
              </a:lnSpc>
            </a:pPr>
            <a:endParaRPr lang="en-US" sz="1300" u="sng"/>
          </a:p>
          <a:p>
            <a:pPr marL="0" indent="-228600" defTabSz="914400">
              <a:lnSpc>
                <a:spcPct val="90000"/>
              </a:lnSpc>
            </a:pPr>
            <a:r>
              <a:rPr lang="en-US" sz="1300"/>
              <a:t>The housing is enclosed on each side by two covers. The covers have three ports of their own, allowing for maximum flexibility in how the engine is configured. For example, one port can serve as an intake from a conventional carburetor or be fitted with a gas or diesel injector, while another can serve as an alternate location for a spark plug. One of the three ports is a large outlet for exhaust gasses.</a:t>
            </a:r>
            <a:endParaRPr lang="en-US" sz="1300" u="sng"/>
          </a:p>
        </p:txBody>
      </p:sp>
      <p:pic>
        <p:nvPicPr>
          <p:cNvPr id="9" name="Picture 8">
            <a:extLst>
              <a:ext uri="{FF2B5EF4-FFF2-40B4-BE49-F238E27FC236}">
                <a16:creationId xmlns:a16="http://schemas.microsoft.com/office/drawing/2014/main" id="{A1CE000A-0215-A693-A950-AE9D94D2A8B1}"/>
              </a:ext>
            </a:extLst>
          </p:cNvPr>
          <p:cNvPicPr>
            <a:picLocks noChangeAspect="1"/>
          </p:cNvPicPr>
          <p:nvPr/>
        </p:nvPicPr>
        <p:blipFill rotWithShape="1">
          <a:blip r:embed="rId2">
            <a:extLst>
              <a:ext uri="{28A0092B-C50C-407E-A947-70E740481C1C}">
                <a14:useLocalDpi xmlns:a14="http://schemas.microsoft.com/office/drawing/2010/main" val="0"/>
              </a:ext>
            </a:extLst>
          </a:blip>
          <a:srcRect l="3598" r="4400" b="-1"/>
          <a:stretch>
            <a:fillRect/>
          </a:stretch>
        </p:blipFill>
        <p:spPr>
          <a:xfrm>
            <a:off x="6096000" y="10"/>
            <a:ext cx="6095999" cy="6857990"/>
          </a:xfrm>
          <a:prstGeom prst="rect">
            <a:avLst/>
          </a:prstGeom>
        </p:spPr>
      </p:pic>
      <p:sp>
        <p:nvSpPr>
          <p:cNvPr id="26" name="Rectangle 25">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69424" y="3028872"/>
            <a:ext cx="1559464" cy="6106313"/>
          </a:xfrm>
          <a:prstGeom prst="rect">
            <a:avLst/>
          </a:prstGeom>
          <a:gradFill>
            <a:gsLst>
              <a:gs pos="0">
                <a:schemeClr val="accent5">
                  <a:alpha val="77000"/>
                </a:schemeClr>
              </a:gs>
              <a:gs pos="57000">
                <a:schemeClr val="accent5">
                  <a:lumMod val="60000"/>
                  <a:lumOff val="40000"/>
                  <a:alpha val="0"/>
                </a:schemeClr>
              </a:gs>
            </a:gsLst>
            <a:lin ang="11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C3A50E9-9119-7BC3-083B-2D84CCC78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15441" y="-3760"/>
            <a:ext cx="2176557" cy="6857999"/>
          </a:xfrm>
          <a:prstGeom prst="rect">
            <a:avLst/>
          </a:prstGeom>
          <a:gradFill flip="none" rotWithShape="1">
            <a:gsLst>
              <a:gs pos="0">
                <a:schemeClr val="accent2"/>
              </a:gs>
              <a:gs pos="40000">
                <a:schemeClr val="accent2">
                  <a:alpha val="0"/>
                </a:schemeClr>
              </a:gs>
            </a:gsLst>
            <a:lin ang="11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096000" y="5502302"/>
            <a:ext cx="6106314" cy="1359456"/>
          </a:xfrm>
          <a:prstGeom prst="rect">
            <a:avLst/>
          </a:prstGeom>
          <a:gradFill flip="none" rotWithShape="1">
            <a:gsLst>
              <a:gs pos="0">
                <a:schemeClr val="accent2">
                  <a:alpha val="89000"/>
                </a:schemeClr>
              </a:gs>
              <a:gs pos="38000">
                <a:schemeClr val="accent5">
                  <a:lumMod val="60000"/>
                  <a:lumOff val="40000"/>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7" name="Rectangle 26">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026892" y="2939627"/>
            <a:ext cx="3162908" cy="3914612"/>
          </a:xfrm>
          <a:prstGeom prst="rect">
            <a:avLst/>
          </a:prstGeom>
          <a:gradFill flip="none" rotWithShape="1">
            <a:gsLst>
              <a:gs pos="0">
                <a:schemeClr val="accent5">
                  <a:lumMod val="60000"/>
                  <a:lumOff val="40000"/>
                </a:schemeClr>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4" name="Footer Placeholder 3"/>
          <p:cNvSpPr>
            <a:spLocks noGrp="1"/>
          </p:cNvSpPr>
          <p:nvPr>
            <p:ph type="ftr" sz="quarter" idx="11"/>
          </p:nvPr>
        </p:nvSpPr>
        <p:spPr>
          <a:xfrm>
            <a:off x="6507706" y="6356350"/>
            <a:ext cx="3096030" cy="365125"/>
          </a:xfrm>
        </p:spPr>
        <p:txBody>
          <a:bodyPr vert="horz" lIns="91440" tIns="45720" rIns="91440" bIns="45720" rtlCol="0" anchor="ctr">
            <a:normAutofit/>
          </a:bodyPr>
          <a:lstStyle/>
          <a:p>
            <a:pPr algn="l">
              <a:spcAft>
                <a:spcPts val="600"/>
              </a:spcAft>
              <a:defRPr/>
            </a:pPr>
            <a:r>
              <a:rPr lang="en-US" sz="1200" kern="1200">
                <a:solidFill>
                  <a:srgbClr val="FFFFFF"/>
                </a:solidFill>
                <a:latin typeface="Calibri" panose="020F0502020204030204"/>
                <a:ea typeface="+mn-ea"/>
                <a:cs typeface="+mn-cs"/>
              </a:rPr>
              <a:t>Quasi Turbine engine    </a:t>
            </a:r>
          </a:p>
        </p:txBody>
      </p:sp>
      <p:sp>
        <p:nvSpPr>
          <p:cNvPr id="5" name="Slide Number Placeholder 4"/>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9208D3BE-EEC9-4C70-B94A-8206B932C9EC}" type="slidenum">
              <a:rPr lang="en-US" sz="1200">
                <a:solidFill>
                  <a:srgbClr val="FFFFFF"/>
                </a:solidFill>
                <a:latin typeface="Calibri" panose="020F0502020204030204"/>
              </a:rPr>
              <a:pPr>
                <a:spcAft>
                  <a:spcPts val="600"/>
                </a:spcAft>
                <a:defRPr/>
              </a:pPr>
              <a:t>17</a:t>
            </a:fld>
            <a:endParaRPr lang="en-US" sz="1200">
              <a:solidFill>
                <a:srgbClr val="FFFFFF"/>
              </a:solidFill>
              <a:latin typeface="Calibri" panose="020F0502020204030204"/>
            </a:endParaRPr>
          </a:p>
        </p:txBody>
      </p:sp>
    </p:spTree>
    <p:extLst>
      <p:ext uri="{BB962C8B-B14F-4D97-AF65-F5344CB8AC3E}">
        <p14:creationId xmlns:p14="http://schemas.microsoft.com/office/powerpoint/2010/main" val="7076420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B2D1E9D-1727-DF98-2B01-E72D635502FF}"/>
              </a:ext>
            </a:extLst>
          </p:cNvPr>
          <p:cNvSpPr txBox="1"/>
          <p:nvPr/>
        </p:nvSpPr>
        <p:spPr>
          <a:xfrm>
            <a:off x="533400" y="1176481"/>
            <a:ext cx="5319062" cy="4412010"/>
          </a:xfrm>
          <a:prstGeom prst="rect">
            <a:avLst/>
          </a:prstGeom>
        </p:spPr>
        <p:txBody>
          <a:bodyPr vert="horz" lIns="91440" tIns="45720" rIns="91440" bIns="45720" rtlCol="0" anchor="t">
            <a:normAutofit/>
          </a:bodyPr>
          <a:lstStyle/>
          <a:p>
            <a:pPr marL="214313" indent="-228600">
              <a:lnSpc>
                <a:spcPct val="90000"/>
              </a:lnSpc>
              <a:spcAft>
                <a:spcPts val="600"/>
              </a:spcAft>
              <a:buFont typeface="Arial" panose="020B0604020202020204" pitchFamily="34" charset="0"/>
              <a:buChar char="•"/>
            </a:pPr>
            <a:r>
              <a:rPr lang="en-US" sz="1400" dirty="0"/>
              <a:t>How the various ports are used depends on whether the automotive engineer wants a traditional internal combustion engine or one that delivers the super-high compression required of photo-detonation.</a:t>
            </a:r>
          </a:p>
          <a:p>
            <a:pPr marL="214313" indent="-228600">
              <a:lnSpc>
                <a:spcPct val="90000"/>
              </a:lnSpc>
              <a:spcAft>
                <a:spcPts val="600"/>
              </a:spcAft>
              <a:buFont typeface="Arial" panose="020B0604020202020204" pitchFamily="34" charset="0"/>
              <a:buChar char="•"/>
            </a:pPr>
            <a:r>
              <a:rPr lang="en-US" sz="1400" dirty="0"/>
              <a:t>The rotor, made of four blades, replaces the pistons of a typical internal combustion engine. </a:t>
            </a:r>
          </a:p>
          <a:p>
            <a:pPr marL="214313" indent="-228600">
              <a:lnSpc>
                <a:spcPct val="90000"/>
              </a:lnSpc>
              <a:spcAft>
                <a:spcPts val="600"/>
              </a:spcAft>
              <a:buFont typeface="Arial" panose="020B0604020202020204" pitchFamily="34" charset="0"/>
              <a:buChar char="•"/>
            </a:pPr>
            <a:r>
              <a:rPr lang="en-US" sz="1400" dirty="0"/>
              <a:t>Each blade has a filler tip and traction slots to receive the coupling arms. A pivot forms the end of each blade. </a:t>
            </a:r>
          </a:p>
          <a:p>
            <a:pPr marL="214313" indent="-228600">
              <a:lnSpc>
                <a:spcPct val="90000"/>
              </a:lnSpc>
              <a:spcAft>
                <a:spcPts val="600"/>
              </a:spcAft>
              <a:buFont typeface="Arial" panose="020B0604020202020204" pitchFamily="34" charset="0"/>
              <a:buChar char="•"/>
            </a:pPr>
            <a:r>
              <a:rPr lang="en-US" sz="1400" dirty="0"/>
              <a:t>The job of the pivot is to join one blade to the next and to form a connection between the blade and the rocking carriages. There are four rocking carriages total, one for each blade. Each carriage is free to rotate around the same pivot so that it remains in contact with the inner wall of the housing at all times.</a:t>
            </a:r>
          </a:p>
          <a:p>
            <a:pPr marL="214313" indent="-228600">
              <a:lnSpc>
                <a:spcPct val="90000"/>
              </a:lnSpc>
              <a:spcAft>
                <a:spcPts val="600"/>
              </a:spcAft>
              <a:buFont typeface="Arial" panose="020B0604020202020204" pitchFamily="34" charset="0"/>
              <a:buChar char="•"/>
            </a:pPr>
            <a:r>
              <a:rPr lang="en-US" sz="1400" dirty="0"/>
              <a:t>Each carriage works closely with two wheels, which means there are eight wheels altogether. The wheels enable the rotor to roll smoothly on the contoured surface of the housing wall and are made wide to reduce pressure at the point of contact.</a:t>
            </a:r>
          </a:p>
          <a:p>
            <a:pPr indent="-228600">
              <a:lnSpc>
                <a:spcPct val="90000"/>
              </a:lnSpc>
              <a:spcAft>
                <a:spcPts val="600"/>
              </a:spcAft>
              <a:buFont typeface="Arial" panose="020B0604020202020204" pitchFamily="34" charset="0"/>
              <a:buChar char="•"/>
            </a:pPr>
            <a:endParaRPr lang="en-US" sz="1400" dirty="0"/>
          </a:p>
        </p:txBody>
      </p:sp>
      <p:pic>
        <p:nvPicPr>
          <p:cNvPr id="4" name="Picture 3">
            <a:extLst>
              <a:ext uri="{FF2B5EF4-FFF2-40B4-BE49-F238E27FC236}">
                <a16:creationId xmlns:a16="http://schemas.microsoft.com/office/drawing/2014/main" id="{1A995549-DC75-A1F6-9483-0AB72780DFCA}"/>
              </a:ext>
            </a:extLst>
          </p:cNvPr>
          <p:cNvPicPr>
            <a:picLocks noChangeAspect="1"/>
          </p:cNvPicPr>
          <p:nvPr/>
        </p:nvPicPr>
        <p:blipFill rotWithShape="1">
          <a:blip r:embed="rId2">
            <a:extLst>
              <a:ext uri="{28A0092B-C50C-407E-A947-70E740481C1C}">
                <a14:useLocalDpi xmlns:a14="http://schemas.microsoft.com/office/drawing/2010/main" val="0"/>
              </a:ext>
            </a:extLst>
          </a:blip>
          <a:srcRect l="4000" t="14470" r="4000" b="6976"/>
          <a:stretch/>
        </p:blipFill>
        <p:spPr>
          <a:xfrm>
            <a:off x="6096001" y="1194426"/>
            <a:ext cx="5319062" cy="4394065"/>
          </a:xfrm>
          <a:prstGeom prst="rect">
            <a:avLst/>
          </a:prstGeom>
        </p:spPr>
      </p:pic>
      <p:sp>
        <p:nvSpPr>
          <p:cNvPr id="2" name="Footer Placeholder 1">
            <a:extLst>
              <a:ext uri="{FF2B5EF4-FFF2-40B4-BE49-F238E27FC236}">
                <a16:creationId xmlns:a16="http://schemas.microsoft.com/office/drawing/2014/main" id="{67F5A5A4-600A-8EE5-221B-BD6D6E1F405C}"/>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sz="1200" kern="1200">
                <a:solidFill>
                  <a:schemeClr val="tx1">
                    <a:tint val="75000"/>
                  </a:schemeClr>
                </a:solidFill>
                <a:latin typeface="+mn-lt"/>
                <a:ea typeface="+mn-ea"/>
                <a:cs typeface="+mn-cs"/>
              </a:rPr>
              <a:t>Quasi Turbine engine    </a:t>
            </a:r>
          </a:p>
        </p:txBody>
      </p:sp>
      <p:sp>
        <p:nvSpPr>
          <p:cNvPr id="3" name="Slide Number Placeholder 2">
            <a:extLst>
              <a:ext uri="{FF2B5EF4-FFF2-40B4-BE49-F238E27FC236}">
                <a16:creationId xmlns:a16="http://schemas.microsoft.com/office/drawing/2014/main" id="{D32AE50A-C745-7F77-C9AA-E1D8029117A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9208D3BE-EEC9-4C70-B94A-8206B932C9EC}" type="slidenum">
              <a:rPr lang="en-US" sz="1200" smtClean="0"/>
              <a:pPr>
                <a:spcAft>
                  <a:spcPts val="600"/>
                </a:spcAft>
              </a:pPr>
              <a:t>18</a:t>
            </a:fld>
            <a:endParaRPr lang="en-US" sz="1200"/>
          </a:p>
        </p:txBody>
      </p:sp>
      <p:grpSp>
        <p:nvGrpSpPr>
          <p:cNvPr id="23" name="Group 22">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24" name="Rectangle 23">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16785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BC3A88-05C5-024C-4BCF-A002EFEE4DED}"/>
              </a:ext>
            </a:extLst>
          </p:cNvPr>
          <p:cNvSpPr txBox="1"/>
          <p:nvPr/>
        </p:nvSpPr>
        <p:spPr>
          <a:xfrm>
            <a:off x="838200" y="1981200"/>
            <a:ext cx="4597746" cy="344783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000" dirty="0"/>
              <a:t>The Quasi turbine engine doesn't need a central shaft to operate; but of course, a car requires an output shaft to transfer power from the engine to the wheels. </a:t>
            </a:r>
          </a:p>
          <a:p>
            <a:pPr indent="-228600">
              <a:lnSpc>
                <a:spcPct val="90000"/>
              </a:lnSpc>
              <a:spcAft>
                <a:spcPts val="600"/>
              </a:spcAft>
              <a:buFont typeface="Arial" panose="020B0604020202020204" pitchFamily="34" charset="0"/>
              <a:buChar char="•"/>
            </a:pPr>
            <a:r>
              <a:rPr lang="en-US" sz="2000" dirty="0"/>
              <a:t>The output shaft is connected to the rotor by two coupling arms, which fit into traction slots, and four arm braces.</a:t>
            </a:r>
          </a:p>
        </p:txBody>
      </p:sp>
      <p:pic>
        <p:nvPicPr>
          <p:cNvPr id="7" name="Picture 6">
            <a:extLst>
              <a:ext uri="{FF2B5EF4-FFF2-40B4-BE49-F238E27FC236}">
                <a16:creationId xmlns:a16="http://schemas.microsoft.com/office/drawing/2014/main" id="{A4538223-F4F7-B899-4004-CD8873A92733}"/>
              </a:ext>
            </a:extLst>
          </p:cNvPr>
          <p:cNvPicPr>
            <a:picLocks noChangeAspect="1"/>
          </p:cNvPicPr>
          <p:nvPr/>
        </p:nvPicPr>
        <p:blipFill rotWithShape="1">
          <a:blip r:embed="rId2">
            <a:extLst>
              <a:ext uri="{28A0092B-C50C-407E-A947-70E740481C1C}">
                <a14:useLocalDpi xmlns:a14="http://schemas.microsoft.com/office/drawing/2010/main" val="0"/>
              </a:ext>
            </a:extLst>
          </a:blip>
          <a:srcRect l="4269" t="10833" r="4416" b="4062"/>
          <a:stretch/>
        </p:blipFill>
        <p:spPr>
          <a:xfrm>
            <a:off x="6644189" y="867064"/>
            <a:ext cx="4222686" cy="5048790"/>
          </a:xfrm>
          <a:prstGeom prst="rect">
            <a:avLst/>
          </a:prstGeom>
        </p:spPr>
      </p:pic>
      <p:sp>
        <p:nvSpPr>
          <p:cNvPr id="2" name="Footer Placeholder 1">
            <a:extLst>
              <a:ext uri="{FF2B5EF4-FFF2-40B4-BE49-F238E27FC236}">
                <a16:creationId xmlns:a16="http://schemas.microsoft.com/office/drawing/2014/main" id="{5BA85D31-14B2-F9E6-89C8-6A449AF93C4A}"/>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sz="1200" kern="1200">
                <a:solidFill>
                  <a:schemeClr val="tx1">
                    <a:tint val="75000"/>
                  </a:schemeClr>
                </a:solidFill>
                <a:latin typeface="+mn-lt"/>
                <a:ea typeface="+mn-ea"/>
                <a:cs typeface="+mn-cs"/>
              </a:rPr>
              <a:t>Quasi Turbine engine    </a:t>
            </a:r>
          </a:p>
        </p:txBody>
      </p:sp>
      <p:sp>
        <p:nvSpPr>
          <p:cNvPr id="3" name="Slide Number Placeholder 2">
            <a:extLst>
              <a:ext uri="{FF2B5EF4-FFF2-40B4-BE49-F238E27FC236}">
                <a16:creationId xmlns:a16="http://schemas.microsoft.com/office/drawing/2014/main" id="{FBD17F5D-C393-BC6D-0835-5C4AE624651A}"/>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9208D3BE-EEC9-4C70-B94A-8206B932C9EC}" type="slidenum">
              <a:rPr lang="en-US" sz="1200" smtClean="0"/>
              <a:pPr>
                <a:spcAft>
                  <a:spcPts val="600"/>
                </a:spcAft>
              </a:pPr>
              <a:t>19</a:t>
            </a:fld>
            <a:endParaRPr lang="en-US" sz="1200"/>
          </a:p>
        </p:txBody>
      </p:sp>
      <p:grpSp>
        <p:nvGrpSpPr>
          <p:cNvPr id="12" name="Group 11">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3" name="Rectangle 12">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925240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4" name="Rectangle 23">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1803" y="350196"/>
            <a:ext cx="4646904" cy="1624520"/>
          </a:xfrm>
        </p:spPr>
        <p:txBody>
          <a:bodyPr anchor="ctr">
            <a:normAutofit/>
          </a:bodyPr>
          <a:lstStyle/>
          <a:p>
            <a:r>
              <a:rPr lang="en-US" sz="4000" b="1"/>
              <a:t>Advantages and Dis-advantages</a:t>
            </a:r>
          </a:p>
        </p:txBody>
      </p:sp>
      <p:sp>
        <p:nvSpPr>
          <p:cNvPr id="3" name="Content Placeholder 2"/>
          <p:cNvSpPr>
            <a:spLocks noGrp="1"/>
          </p:cNvSpPr>
          <p:nvPr>
            <p:ph idx="1"/>
          </p:nvPr>
        </p:nvSpPr>
        <p:spPr>
          <a:xfrm>
            <a:off x="761802" y="2743200"/>
            <a:ext cx="4646905" cy="3613149"/>
          </a:xfrm>
        </p:spPr>
        <p:txBody>
          <a:bodyPr anchor="ctr">
            <a:normAutofit/>
          </a:bodyPr>
          <a:lstStyle/>
          <a:p>
            <a:pPr marL="0" indent="0">
              <a:lnSpc>
                <a:spcPct val="90000"/>
              </a:lnSpc>
              <a:buNone/>
            </a:pPr>
            <a:r>
              <a:rPr lang="en-US" sz="1400" u="sng"/>
              <a:t>Advantages</a:t>
            </a:r>
          </a:p>
          <a:p>
            <a:pPr>
              <a:lnSpc>
                <a:spcPct val="90000"/>
              </a:lnSpc>
            </a:pPr>
            <a:r>
              <a:rPr lang="en-US" sz="1400"/>
              <a:t>Simple design and small size</a:t>
            </a:r>
          </a:p>
          <a:p>
            <a:pPr>
              <a:lnSpc>
                <a:spcPct val="90000"/>
              </a:lnSpc>
            </a:pPr>
            <a:r>
              <a:rPr lang="en-US" sz="1400"/>
              <a:t>Less noisy</a:t>
            </a:r>
          </a:p>
          <a:p>
            <a:pPr>
              <a:lnSpc>
                <a:spcPct val="90000"/>
              </a:lnSpc>
            </a:pPr>
            <a:r>
              <a:rPr lang="en-US" sz="1400"/>
              <a:t>Less vibrations are produced because the engine is perfectly balanced</a:t>
            </a:r>
          </a:p>
          <a:p>
            <a:pPr>
              <a:lnSpc>
                <a:spcPct val="90000"/>
              </a:lnSpc>
            </a:pPr>
            <a:r>
              <a:rPr lang="en-US" sz="1400"/>
              <a:t>High thermal efficiency</a:t>
            </a:r>
          </a:p>
          <a:p>
            <a:pPr>
              <a:lnSpc>
                <a:spcPct val="90000"/>
              </a:lnSpc>
            </a:pPr>
            <a:r>
              <a:rPr lang="en-US" sz="1400"/>
              <a:t>Better conversion and transmission of mechanical energy</a:t>
            </a:r>
          </a:p>
          <a:p>
            <a:pPr>
              <a:lnSpc>
                <a:spcPct val="90000"/>
              </a:lnSpc>
            </a:pPr>
            <a:r>
              <a:rPr lang="en-US" sz="1400"/>
              <a:t>Better torque continuity</a:t>
            </a:r>
          </a:p>
          <a:p>
            <a:pPr>
              <a:lnSpc>
                <a:spcPct val="90000"/>
              </a:lnSpc>
            </a:pPr>
            <a:r>
              <a:rPr lang="en-US" sz="1400"/>
              <a:t>Faster acceleration</a:t>
            </a:r>
          </a:p>
          <a:p>
            <a:pPr>
              <a:lnSpc>
                <a:spcPct val="90000"/>
              </a:lnSpc>
            </a:pPr>
            <a:r>
              <a:rPr lang="en-US" sz="1400"/>
              <a:t>Higher torque at lower RPM</a:t>
            </a:r>
          </a:p>
          <a:p>
            <a:pPr>
              <a:lnSpc>
                <a:spcPct val="90000"/>
              </a:lnSpc>
            </a:pPr>
            <a:r>
              <a:rPr lang="en-US" sz="1400"/>
              <a:t>Nearly oil free operation</a:t>
            </a:r>
          </a:p>
          <a:p>
            <a:pPr>
              <a:lnSpc>
                <a:spcPct val="90000"/>
              </a:lnSpc>
            </a:pPr>
            <a:r>
              <a:rPr lang="en-US" sz="1400"/>
              <a:t>Fewer moving parts so less wear and tear</a:t>
            </a:r>
          </a:p>
          <a:p>
            <a:pPr>
              <a:lnSpc>
                <a:spcPct val="90000"/>
              </a:lnSpc>
            </a:pPr>
            <a:r>
              <a:rPr lang="en-US" sz="1400"/>
              <a:t>Compatible with photo detonation</a:t>
            </a:r>
          </a:p>
          <a:p>
            <a:pPr>
              <a:lnSpc>
                <a:spcPct val="90000"/>
              </a:lnSpc>
            </a:pPr>
            <a:r>
              <a:rPr lang="en-US" sz="1400"/>
              <a:t>Multi fuel ability</a:t>
            </a:r>
          </a:p>
        </p:txBody>
      </p:sp>
      <p:pic>
        <p:nvPicPr>
          <p:cNvPr id="25" name="Picture 24" descr="Shiny engine parts">
            <a:extLst>
              <a:ext uri="{FF2B5EF4-FFF2-40B4-BE49-F238E27FC236}">
                <a16:creationId xmlns:a16="http://schemas.microsoft.com/office/drawing/2014/main" id="{B3E3055C-6065-97D5-9335-18A2734B831D}"/>
              </a:ext>
            </a:extLst>
          </p:cNvPr>
          <p:cNvPicPr>
            <a:picLocks noChangeAspect="1"/>
          </p:cNvPicPr>
          <p:nvPr/>
        </p:nvPicPr>
        <p:blipFill>
          <a:blip r:embed="rId2"/>
          <a:srcRect l="8954" r="31869"/>
          <a:stretch>
            <a:fillRect/>
          </a:stretch>
        </p:blipFill>
        <p:spPr>
          <a:xfrm>
            <a:off x="6096000" y="1"/>
            <a:ext cx="6102825" cy="6858000"/>
          </a:xfrm>
          <a:prstGeom prst="rect">
            <a:avLst/>
          </a:prstGeom>
        </p:spPr>
      </p:pic>
      <p:sp>
        <p:nvSpPr>
          <p:cNvPr id="4" name="Footer Placeholder 3"/>
          <p:cNvSpPr>
            <a:spLocks noGrp="1"/>
          </p:cNvSpPr>
          <p:nvPr>
            <p:ph type="ftr" sz="quarter" idx="11"/>
          </p:nvPr>
        </p:nvSpPr>
        <p:spPr>
          <a:xfrm>
            <a:off x="6478073" y="6356350"/>
            <a:ext cx="3303431" cy="365125"/>
          </a:xfrm>
        </p:spPr>
        <p:txBody>
          <a:bodyPr>
            <a:normAutofit/>
          </a:bodyPr>
          <a:lstStyle/>
          <a:p>
            <a:pPr algn="l">
              <a:spcAft>
                <a:spcPts val="600"/>
              </a:spcAft>
            </a:pPr>
            <a:r>
              <a:rPr lang="en-US">
                <a:solidFill>
                  <a:srgbClr val="FFFFFF"/>
                </a:solidFill>
              </a:rPr>
              <a:t>Quasi Turbine engine    </a:t>
            </a:r>
          </a:p>
        </p:txBody>
      </p:sp>
      <p:sp>
        <p:nvSpPr>
          <p:cNvPr id="5" name="Slide Number Placeholder 4"/>
          <p:cNvSpPr>
            <a:spLocks noGrp="1"/>
          </p:cNvSpPr>
          <p:nvPr>
            <p:ph type="sldNum" sz="quarter" idx="12"/>
          </p:nvPr>
        </p:nvSpPr>
        <p:spPr>
          <a:xfrm>
            <a:off x="8732520" y="6356350"/>
            <a:ext cx="3200400" cy="365125"/>
          </a:xfrm>
        </p:spPr>
        <p:txBody>
          <a:bodyPr>
            <a:normAutofit/>
          </a:bodyPr>
          <a:lstStyle/>
          <a:p>
            <a:pPr>
              <a:spcAft>
                <a:spcPts val="600"/>
              </a:spcAft>
            </a:pPr>
            <a:fld id="{9208D3BE-EEC9-4C70-B94A-8206B932C9EC}" type="slidenum">
              <a:rPr lang="en-US">
                <a:solidFill>
                  <a:srgbClr val="FFFFFF"/>
                </a:solidFill>
              </a:rPr>
              <a:pPr>
                <a:spcAft>
                  <a:spcPts val="600"/>
                </a:spcAft>
              </a:pPr>
              <a:t>20</a:t>
            </a:fld>
            <a:endParaRPr lang="en-US">
              <a:solidFill>
                <a:srgbClr val="FFFFFF"/>
              </a:solidFill>
            </a:endParaRPr>
          </a:p>
        </p:txBody>
      </p:sp>
    </p:spTree>
    <p:extLst>
      <p:ext uri="{BB962C8B-B14F-4D97-AF65-F5344CB8AC3E}">
        <p14:creationId xmlns:p14="http://schemas.microsoft.com/office/powerpoint/2010/main" val="20476888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Details of turbine">
            <a:extLst>
              <a:ext uri="{FF2B5EF4-FFF2-40B4-BE49-F238E27FC236}">
                <a16:creationId xmlns:a16="http://schemas.microsoft.com/office/drawing/2014/main" id="{C9676804-4881-E89C-30EF-25FD84A63465}"/>
              </a:ext>
            </a:extLst>
          </p:cNvPr>
          <p:cNvPicPr>
            <a:picLocks noChangeAspect="1"/>
          </p:cNvPicPr>
          <p:nvPr/>
        </p:nvPicPr>
        <p:blipFill>
          <a:blip r:embed="rId2"/>
          <a:srcRect l="11202" r="29632"/>
          <a:stretch>
            <a:fillRect/>
          </a:stretch>
        </p:blipFill>
        <p:spPr>
          <a:xfrm>
            <a:off x="-1" y="-2"/>
            <a:ext cx="5410198" cy="6858002"/>
          </a:xfrm>
          <a:prstGeom prst="rect">
            <a:avLst/>
          </a:prstGeom>
        </p:spPr>
      </p:pic>
      <p:sp useBgFill="1">
        <p:nvSpPr>
          <p:cNvPr id="13" name="Rectangle 12">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096000" y="2572735"/>
            <a:ext cx="5247340" cy="3496878"/>
          </a:xfrm>
        </p:spPr>
        <p:txBody>
          <a:bodyPr anchor="ctr">
            <a:normAutofit/>
          </a:bodyPr>
          <a:lstStyle/>
          <a:p>
            <a:r>
              <a:rPr lang="en-US" sz="2000" dirty="0"/>
              <a:t>The quasi turbine is built with aluminum and cast iron , Differential thermal expansion or contraction in material lead to some incidences of leakage</a:t>
            </a:r>
          </a:p>
          <a:p>
            <a:r>
              <a:rPr lang="en-US" sz="2000" dirty="0"/>
              <a:t>Construction of rotor is bit difficult.</a:t>
            </a:r>
          </a:p>
          <a:p>
            <a:r>
              <a:rPr lang="en-US" sz="2000" dirty="0"/>
              <a:t>The quasi turbine is still in infancy. It is not used in real world applications.</a:t>
            </a:r>
          </a:p>
        </p:txBody>
      </p:sp>
      <p:sp>
        <p:nvSpPr>
          <p:cNvPr id="4" name="Footer Placeholder 3"/>
          <p:cNvSpPr>
            <a:spLocks noGrp="1"/>
          </p:cNvSpPr>
          <p:nvPr>
            <p:ph type="ftr" sz="quarter" idx="11"/>
          </p:nvPr>
        </p:nvSpPr>
        <p:spPr>
          <a:xfrm>
            <a:off x="6005024" y="6356350"/>
            <a:ext cx="4323832" cy="365125"/>
          </a:xfrm>
        </p:spPr>
        <p:txBody>
          <a:bodyPr>
            <a:normAutofit/>
          </a:bodyPr>
          <a:lstStyle/>
          <a:p>
            <a:pPr algn="l">
              <a:spcAft>
                <a:spcPts val="600"/>
              </a:spcAft>
            </a:pPr>
            <a:r>
              <a:rPr lang="en-US">
                <a:solidFill>
                  <a:schemeClr val="tx1"/>
                </a:solidFill>
              </a:rPr>
              <a:t>Quasi Turbine engine    </a:t>
            </a:r>
          </a:p>
        </p:txBody>
      </p:sp>
      <p:sp>
        <p:nvSpPr>
          <p:cNvPr id="5" name="Slide Number Placeholder 4"/>
          <p:cNvSpPr>
            <a:spLocks noGrp="1"/>
          </p:cNvSpPr>
          <p:nvPr>
            <p:ph type="sldNum" sz="quarter" idx="12"/>
          </p:nvPr>
        </p:nvSpPr>
        <p:spPr>
          <a:xfrm>
            <a:off x="8732520" y="6356350"/>
            <a:ext cx="3200400" cy="365125"/>
          </a:xfrm>
        </p:spPr>
        <p:txBody>
          <a:bodyPr>
            <a:normAutofit/>
          </a:bodyPr>
          <a:lstStyle/>
          <a:p>
            <a:pPr>
              <a:spcAft>
                <a:spcPts val="600"/>
              </a:spcAft>
            </a:pPr>
            <a:fld id="{9208D3BE-EEC9-4C70-B94A-8206B932C9EC}" type="slidenum">
              <a:rPr lang="en-US">
                <a:solidFill>
                  <a:schemeClr val="tx1"/>
                </a:solidFill>
              </a:rPr>
              <a:pPr>
                <a:spcAft>
                  <a:spcPts val="600"/>
                </a:spcAft>
              </a:pPr>
              <a:t>21</a:t>
            </a:fld>
            <a:endParaRPr lang="en-US">
              <a:solidFill>
                <a:schemeClr val="tx1"/>
              </a:solidFill>
            </a:endParaRPr>
          </a:p>
        </p:txBody>
      </p:sp>
      <p:sp>
        <p:nvSpPr>
          <p:cNvPr id="6" name="TextBox 5">
            <a:extLst>
              <a:ext uri="{FF2B5EF4-FFF2-40B4-BE49-F238E27FC236}">
                <a16:creationId xmlns:a16="http://schemas.microsoft.com/office/drawing/2014/main" id="{0B9923DC-8C28-6613-F308-E1EB448FB7DB}"/>
              </a:ext>
            </a:extLst>
          </p:cNvPr>
          <p:cNvSpPr txBox="1"/>
          <p:nvPr/>
        </p:nvSpPr>
        <p:spPr>
          <a:xfrm>
            <a:off x="5606079" y="1142999"/>
            <a:ext cx="6265816" cy="461665"/>
          </a:xfrm>
          <a:prstGeom prst="rect">
            <a:avLst/>
          </a:prstGeom>
          <a:noFill/>
        </p:spPr>
        <p:txBody>
          <a:bodyPr wrap="square">
            <a:spAutoFit/>
          </a:bodyPr>
          <a:lstStyle/>
          <a:p>
            <a:pPr marL="0" indent="0" algn="ctr">
              <a:buNone/>
            </a:pPr>
            <a:r>
              <a:rPr lang="en-US" sz="2400" u="sng" dirty="0"/>
              <a:t>Dis-advantages</a:t>
            </a:r>
          </a:p>
        </p:txBody>
      </p:sp>
    </p:spTree>
    <p:extLst>
      <p:ext uri="{BB962C8B-B14F-4D97-AF65-F5344CB8AC3E}">
        <p14:creationId xmlns:p14="http://schemas.microsoft.com/office/powerpoint/2010/main" val="15959437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91F33B2-3D60-7377-AAF4-6E47C7036024}"/>
              </a:ext>
            </a:extLst>
          </p:cNvPr>
          <p:cNvSpPr>
            <a:spLocks noGrp="1"/>
          </p:cNvSpPr>
          <p:nvPr>
            <p:ph idx="1"/>
          </p:nvPr>
        </p:nvSpPr>
        <p:spPr>
          <a:xfrm>
            <a:off x="790378" y="1538639"/>
            <a:ext cx="5334197" cy="3769835"/>
          </a:xfrm>
        </p:spPr>
        <p:txBody>
          <a:bodyPr anchor="ctr">
            <a:normAutofit/>
          </a:bodyPr>
          <a:lstStyle/>
          <a:p>
            <a:pPr marL="0" indent="0">
              <a:lnSpc>
                <a:spcPct val="90000"/>
              </a:lnSpc>
              <a:buNone/>
            </a:pPr>
            <a:r>
              <a:rPr lang="en-US" sz="1900" b="0" i="0" dirty="0">
                <a:effectLst/>
                <a:latin typeface="Arial" panose="020B0604020202020204" pitchFamily="34" charset="0"/>
              </a:rPr>
              <a:t>There are at least four proposed designs:</a:t>
            </a:r>
          </a:p>
          <a:p>
            <a:pPr marL="385763" indent="-385763">
              <a:lnSpc>
                <a:spcPct val="90000"/>
              </a:lnSpc>
              <a:buFont typeface="+mj-lt"/>
              <a:buAutoNum type="arabicPeriod"/>
            </a:pPr>
            <a:r>
              <a:rPr lang="en-US" sz="1900" b="1" dirty="0"/>
              <a:t>Two-port with carriages</a:t>
            </a:r>
            <a:r>
              <a:rPr lang="en-US" sz="1900" dirty="0"/>
              <a:t>, suitable for use as an internal combustion engine.</a:t>
            </a:r>
          </a:p>
          <a:p>
            <a:pPr marL="385763" indent="-385763">
              <a:lnSpc>
                <a:spcPct val="90000"/>
              </a:lnSpc>
              <a:buFont typeface="+mj-lt"/>
              <a:buAutoNum type="arabicPeriod"/>
            </a:pPr>
            <a:r>
              <a:rPr lang="en-US" sz="1900" b="1" dirty="0"/>
              <a:t>Four-port without carriages</a:t>
            </a:r>
            <a:r>
              <a:rPr lang="en-US" sz="1900" dirty="0"/>
              <a:t>, suitable for use as a pneumatic engine or hydraulic engine, steam engine or pump.</a:t>
            </a:r>
          </a:p>
          <a:p>
            <a:pPr marL="385763" indent="-385763">
              <a:lnSpc>
                <a:spcPct val="90000"/>
              </a:lnSpc>
              <a:buFont typeface="+mj-lt"/>
              <a:buAutoNum type="arabicPeriod"/>
            </a:pPr>
            <a:r>
              <a:rPr lang="en-US" sz="1900" b="1" dirty="0"/>
              <a:t>Two-port without carriages</a:t>
            </a:r>
            <a:r>
              <a:rPr lang="en-US" sz="1900" dirty="0"/>
              <a:t>, a conceptual design which is hoped to combine some of the advantages of the existing two- and four-port prototypes.</a:t>
            </a:r>
          </a:p>
          <a:p>
            <a:pPr marL="385763" indent="-385763">
              <a:lnSpc>
                <a:spcPct val="90000"/>
              </a:lnSpc>
              <a:buFont typeface="+mj-lt"/>
              <a:buAutoNum type="arabicPeriod"/>
            </a:pPr>
            <a:r>
              <a:rPr lang="en-US" sz="1900" b="1" dirty="0"/>
              <a:t>Another conceptual design using a fixed charge of gas</a:t>
            </a:r>
            <a:r>
              <a:rPr lang="en-US" sz="1900" dirty="0"/>
              <a:t>, with no ports and without carriages, as a Stirling engine. </a:t>
            </a:r>
            <a:endParaRPr lang="en-IN" sz="1900" dirty="0"/>
          </a:p>
        </p:txBody>
      </p:sp>
      <p:sp>
        <p:nvSpPr>
          <p:cNvPr id="4" name="Footer Placeholder 3">
            <a:extLst>
              <a:ext uri="{FF2B5EF4-FFF2-40B4-BE49-F238E27FC236}">
                <a16:creationId xmlns:a16="http://schemas.microsoft.com/office/drawing/2014/main" id="{C9337E3A-5888-F5E1-195D-45E764FB30EE}"/>
              </a:ext>
            </a:extLst>
          </p:cNvPr>
          <p:cNvSpPr>
            <a:spLocks noGrp="1"/>
          </p:cNvSpPr>
          <p:nvPr>
            <p:ph type="ftr" sz="quarter" idx="11"/>
          </p:nvPr>
        </p:nvSpPr>
        <p:spPr>
          <a:xfrm>
            <a:off x="3131672" y="6356350"/>
            <a:ext cx="3293034" cy="365125"/>
          </a:xfrm>
        </p:spPr>
        <p:txBody>
          <a:bodyPr>
            <a:normAutofit/>
          </a:bodyPr>
          <a:lstStyle/>
          <a:p>
            <a:pPr algn="r">
              <a:spcAft>
                <a:spcPts val="600"/>
              </a:spcAft>
            </a:pPr>
            <a:r>
              <a:rPr lang="en-US">
                <a:solidFill>
                  <a:schemeClr val="tx1"/>
                </a:solidFill>
              </a:rPr>
              <a:t>Title of seminar          </a:t>
            </a:r>
          </a:p>
        </p:txBody>
      </p:sp>
      <p:pic>
        <p:nvPicPr>
          <p:cNvPr id="20" name="Picture 19">
            <a:extLst>
              <a:ext uri="{FF2B5EF4-FFF2-40B4-BE49-F238E27FC236}">
                <a16:creationId xmlns:a16="http://schemas.microsoft.com/office/drawing/2014/main" id="{34998374-680D-7451-1CF5-1E657227CAE6}"/>
              </a:ext>
            </a:extLst>
          </p:cNvPr>
          <p:cNvPicPr>
            <a:picLocks noChangeAspect="1"/>
          </p:cNvPicPr>
          <p:nvPr/>
        </p:nvPicPr>
        <p:blipFill>
          <a:blip r:embed="rId2"/>
          <a:srcRect l="21318" r="26846"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
        <p:nvSpPr>
          <p:cNvPr id="5" name="Slide Number Placeholder 4">
            <a:extLst>
              <a:ext uri="{FF2B5EF4-FFF2-40B4-BE49-F238E27FC236}">
                <a16:creationId xmlns:a16="http://schemas.microsoft.com/office/drawing/2014/main" id="{9DB342D3-7A66-B4FA-6AEB-A6A8028831D2}"/>
              </a:ext>
            </a:extLst>
          </p:cNvPr>
          <p:cNvSpPr>
            <a:spLocks noGrp="1"/>
          </p:cNvSpPr>
          <p:nvPr>
            <p:ph type="sldNum" sz="quarter" idx="12"/>
          </p:nvPr>
        </p:nvSpPr>
        <p:spPr>
          <a:xfrm>
            <a:off x="10167869" y="6356350"/>
            <a:ext cx="1768425" cy="365125"/>
          </a:xfrm>
        </p:spPr>
        <p:txBody>
          <a:bodyPr>
            <a:normAutofit/>
          </a:bodyPr>
          <a:lstStyle/>
          <a:p>
            <a:pPr>
              <a:spcAft>
                <a:spcPts val="600"/>
              </a:spcAft>
            </a:pPr>
            <a:fld id="{9208D3BE-EEC9-4C70-B94A-8206B932C9EC}" type="slidenum">
              <a:rPr lang="en-US">
                <a:solidFill>
                  <a:srgbClr val="FFFFFF"/>
                </a:solidFill>
              </a:rPr>
              <a:pPr>
                <a:spcAft>
                  <a:spcPts val="600"/>
                </a:spcAft>
              </a:pPr>
              <a:t>22</a:t>
            </a:fld>
            <a:endParaRPr lang="en-US">
              <a:solidFill>
                <a:srgbClr val="FFFFFF"/>
              </a:solidFill>
            </a:endParaRPr>
          </a:p>
        </p:txBody>
      </p:sp>
    </p:spTree>
    <p:extLst>
      <p:ext uri="{BB962C8B-B14F-4D97-AF65-F5344CB8AC3E}">
        <p14:creationId xmlns:p14="http://schemas.microsoft.com/office/powerpoint/2010/main" val="23340960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3" name="Rectangle 12">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A52EBB7-E30E-67BC-007F-61BCF867FCCE}"/>
              </a:ext>
            </a:extLst>
          </p:cNvPr>
          <p:cNvSpPr>
            <a:spLocks noGrp="1"/>
          </p:cNvSpPr>
          <p:nvPr>
            <p:ph idx="1"/>
          </p:nvPr>
        </p:nvSpPr>
        <p:spPr>
          <a:xfrm>
            <a:off x="724546" y="2449312"/>
            <a:ext cx="4646905" cy="3613149"/>
          </a:xfrm>
        </p:spPr>
        <p:txBody>
          <a:bodyPr anchor="ctr">
            <a:normAutofit/>
          </a:bodyPr>
          <a:lstStyle/>
          <a:p>
            <a:pPr marL="0" indent="0">
              <a:lnSpc>
                <a:spcPct val="90000"/>
              </a:lnSpc>
              <a:buNone/>
            </a:pPr>
            <a:r>
              <a:rPr lang="en-US" sz="1700" dirty="0"/>
              <a:t>The two-port design with carriages was proposed to make possible a new and superior mode of combustion, termed photo-detonation by the Quasi turbine inventors. This resembles detonation, as used in the Bourke engine, akin to knocking and pinging undesirable in common internal combustion engines. As of 2005, no research has been published supporting this claim. A related idea that flame transfer would be possible through special ports is similarly unsupported.</a:t>
            </a:r>
          </a:p>
          <a:p>
            <a:pPr marL="0" indent="0">
              <a:lnSpc>
                <a:spcPct val="90000"/>
              </a:lnSpc>
              <a:buNone/>
            </a:pPr>
            <a:endParaRPr lang="en-IN" sz="1700" dirty="0"/>
          </a:p>
        </p:txBody>
      </p:sp>
      <p:pic>
        <p:nvPicPr>
          <p:cNvPr id="6" name="Picture 5">
            <a:extLst>
              <a:ext uri="{FF2B5EF4-FFF2-40B4-BE49-F238E27FC236}">
                <a16:creationId xmlns:a16="http://schemas.microsoft.com/office/drawing/2014/main" id="{0B0E8FB2-5E12-0892-789F-14F0BD452E12}"/>
              </a:ext>
            </a:extLst>
          </p:cNvPr>
          <p:cNvPicPr>
            <a:picLocks noChangeAspect="1"/>
          </p:cNvPicPr>
          <p:nvPr/>
        </p:nvPicPr>
        <p:blipFill>
          <a:blip r:embed="rId2">
            <a:extLst>
              <a:ext uri="{28A0092B-C50C-407E-A947-70E740481C1C}">
                <a14:useLocalDpi xmlns:a14="http://schemas.microsoft.com/office/drawing/2010/main" val="0"/>
              </a:ext>
            </a:extLst>
          </a:blip>
          <a:srcRect l="655" r="634"/>
          <a:stretch>
            <a:fillRect/>
          </a:stretch>
        </p:blipFill>
        <p:spPr>
          <a:xfrm>
            <a:off x="5562598" y="2557602"/>
            <a:ext cx="6629400" cy="3425165"/>
          </a:xfrm>
          <a:prstGeom prst="rect">
            <a:avLst/>
          </a:prstGeom>
        </p:spPr>
      </p:pic>
      <p:sp>
        <p:nvSpPr>
          <p:cNvPr id="4" name="Footer Placeholder 3">
            <a:extLst>
              <a:ext uri="{FF2B5EF4-FFF2-40B4-BE49-F238E27FC236}">
                <a16:creationId xmlns:a16="http://schemas.microsoft.com/office/drawing/2014/main" id="{118D8FC7-0143-D8FC-21A8-9F9A9503A4CB}"/>
              </a:ext>
            </a:extLst>
          </p:cNvPr>
          <p:cNvSpPr>
            <a:spLocks noGrp="1"/>
          </p:cNvSpPr>
          <p:nvPr>
            <p:ph type="ftr" sz="quarter" idx="11"/>
          </p:nvPr>
        </p:nvSpPr>
        <p:spPr>
          <a:xfrm>
            <a:off x="6478073" y="6356350"/>
            <a:ext cx="3303431" cy="365125"/>
          </a:xfrm>
        </p:spPr>
        <p:txBody>
          <a:bodyPr>
            <a:normAutofit/>
          </a:bodyPr>
          <a:lstStyle/>
          <a:p>
            <a:pPr algn="l">
              <a:spcAft>
                <a:spcPts val="600"/>
              </a:spcAft>
            </a:pPr>
            <a:r>
              <a:rPr lang="en-US">
                <a:solidFill>
                  <a:srgbClr val="FFFFFF"/>
                </a:solidFill>
              </a:rPr>
              <a:t>Title of seminar          </a:t>
            </a:r>
          </a:p>
        </p:txBody>
      </p:sp>
      <p:sp>
        <p:nvSpPr>
          <p:cNvPr id="5" name="Slide Number Placeholder 4">
            <a:extLst>
              <a:ext uri="{FF2B5EF4-FFF2-40B4-BE49-F238E27FC236}">
                <a16:creationId xmlns:a16="http://schemas.microsoft.com/office/drawing/2014/main" id="{557B6039-BB2D-3EA7-2251-82E2914854B2}"/>
              </a:ext>
            </a:extLst>
          </p:cNvPr>
          <p:cNvSpPr>
            <a:spLocks noGrp="1"/>
          </p:cNvSpPr>
          <p:nvPr>
            <p:ph type="sldNum" sz="quarter" idx="12"/>
          </p:nvPr>
        </p:nvSpPr>
        <p:spPr>
          <a:xfrm>
            <a:off x="8732520" y="6356350"/>
            <a:ext cx="3200400" cy="365125"/>
          </a:xfrm>
        </p:spPr>
        <p:txBody>
          <a:bodyPr>
            <a:normAutofit/>
          </a:bodyPr>
          <a:lstStyle/>
          <a:p>
            <a:pPr>
              <a:spcAft>
                <a:spcPts val="600"/>
              </a:spcAft>
            </a:pPr>
            <a:fld id="{9208D3BE-EEC9-4C70-B94A-8206B932C9EC}" type="slidenum">
              <a:rPr lang="en-US">
                <a:solidFill>
                  <a:srgbClr val="FFFFFF"/>
                </a:solidFill>
              </a:rPr>
              <a:pPr>
                <a:spcAft>
                  <a:spcPts val="600"/>
                </a:spcAft>
              </a:pPr>
              <a:t>23</a:t>
            </a:fld>
            <a:endParaRPr lang="en-US">
              <a:solidFill>
                <a:srgbClr val="FFFFFF"/>
              </a:solidFill>
            </a:endParaRPr>
          </a:p>
        </p:txBody>
      </p:sp>
      <p:sp>
        <p:nvSpPr>
          <p:cNvPr id="7" name="TextBox 6">
            <a:extLst>
              <a:ext uri="{FF2B5EF4-FFF2-40B4-BE49-F238E27FC236}">
                <a16:creationId xmlns:a16="http://schemas.microsoft.com/office/drawing/2014/main" id="{25532F00-909B-9F3B-E7D5-80C55D796229}"/>
              </a:ext>
            </a:extLst>
          </p:cNvPr>
          <p:cNvSpPr txBox="1"/>
          <p:nvPr/>
        </p:nvSpPr>
        <p:spPr>
          <a:xfrm>
            <a:off x="2280153" y="875233"/>
            <a:ext cx="6257108" cy="535531"/>
          </a:xfrm>
          <a:prstGeom prst="rect">
            <a:avLst/>
          </a:prstGeom>
          <a:noFill/>
        </p:spPr>
        <p:txBody>
          <a:bodyPr wrap="square">
            <a:spAutoFit/>
          </a:bodyPr>
          <a:lstStyle/>
          <a:p>
            <a:pPr algn="ctr">
              <a:lnSpc>
                <a:spcPct val="90000"/>
              </a:lnSpc>
            </a:pPr>
            <a:r>
              <a:rPr lang="en-US" sz="3200" b="1" dirty="0">
                <a:latin typeface="+mj-lt"/>
                <a:ea typeface="+mj-ea"/>
                <a:cs typeface="+mj-cs"/>
              </a:rPr>
              <a:t>Photo-detonation</a:t>
            </a:r>
          </a:p>
        </p:txBody>
      </p:sp>
    </p:spTree>
    <p:extLst>
      <p:ext uri="{BB962C8B-B14F-4D97-AF65-F5344CB8AC3E}">
        <p14:creationId xmlns:p14="http://schemas.microsoft.com/office/powerpoint/2010/main" val="41348214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1" name="Rectangle 2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1802" y="350196"/>
            <a:ext cx="10744397" cy="1624520"/>
          </a:xfrm>
        </p:spPr>
        <p:txBody>
          <a:bodyPr anchor="ctr">
            <a:normAutofit/>
          </a:bodyPr>
          <a:lstStyle/>
          <a:p>
            <a:pPr lvl="0"/>
            <a:r>
              <a:rPr lang="en-US" sz="4000" b="1" dirty="0">
                <a:latin typeface="+mn-lt"/>
                <a:ea typeface="+mn-ea"/>
                <a:cs typeface="+mn-cs"/>
              </a:rPr>
              <a:t>Conclusion</a:t>
            </a:r>
          </a:p>
        </p:txBody>
      </p:sp>
      <p:sp>
        <p:nvSpPr>
          <p:cNvPr id="3" name="Content Placeholder 2"/>
          <p:cNvSpPr>
            <a:spLocks noGrp="1"/>
          </p:cNvSpPr>
          <p:nvPr>
            <p:ph idx="1"/>
          </p:nvPr>
        </p:nvSpPr>
        <p:spPr>
          <a:xfrm>
            <a:off x="761802" y="2743200"/>
            <a:ext cx="4646905" cy="3613149"/>
          </a:xfrm>
        </p:spPr>
        <p:txBody>
          <a:bodyPr anchor="ctr">
            <a:normAutofit/>
          </a:bodyPr>
          <a:lstStyle/>
          <a:p>
            <a:pPr>
              <a:lnSpc>
                <a:spcPct val="90000"/>
              </a:lnSpc>
            </a:pPr>
            <a:r>
              <a:rPr lang="en-US" sz="1600"/>
              <a:t>The Quasi turbine is thus a pressure driven engine producing continuous torque with a symmetrically deformable spinning wheel. </a:t>
            </a:r>
          </a:p>
          <a:p>
            <a:pPr>
              <a:lnSpc>
                <a:spcPct val="90000"/>
              </a:lnSpc>
            </a:pPr>
            <a:r>
              <a:rPr lang="en-US" sz="1600"/>
              <a:t>The basic limitation of the Quasi turbine engine at a present stage is that it is in its infancy stage.</a:t>
            </a:r>
          </a:p>
          <a:p>
            <a:pPr>
              <a:lnSpc>
                <a:spcPct val="90000"/>
              </a:lnSpc>
            </a:pPr>
            <a:r>
              <a:rPr lang="en-US" sz="1600"/>
              <a:t>In the future, however, you will likely see the Quasi turbine used in more than just your car. Because the central engine area is voluminous and requires no central shaft, it can accommodate generators, propellers and other output devices, making it an ideal engine to power chain saws, powered parachutes, snowmobiles, air compressors, ship propulsion systems and electric power plants. </a:t>
            </a:r>
          </a:p>
        </p:txBody>
      </p:sp>
      <p:pic>
        <p:nvPicPr>
          <p:cNvPr id="7" name="Picture 6">
            <a:extLst>
              <a:ext uri="{FF2B5EF4-FFF2-40B4-BE49-F238E27FC236}">
                <a16:creationId xmlns:a16="http://schemas.microsoft.com/office/drawing/2014/main" id="{92F765EB-F619-385D-46CD-2FD53F2BDA55}"/>
              </a:ext>
            </a:extLst>
          </p:cNvPr>
          <p:cNvPicPr>
            <a:picLocks noChangeAspect="1"/>
          </p:cNvPicPr>
          <p:nvPr/>
        </p:nvPicPr>
        <p:blipFill>
          <a:blip r:embed="rId2" cstate="print">
            <a:extLst>
              <a:ext uri="{28A0092B-C50C-407E-A947-70E740481C1C}">
                <a14:useLocalDpi xmlns:a14="http://schemas.microsoft.com/office/drawing/2010/main" val="0"/>
              </a:ext>
            </a:extLst>
          </a:blip>
          <a:srcRect l="24330" r="12489"/>
          <a:stretch>
            <a:fillRect/>
          </a:stretch>
        </p:blipFill>
        <p:spPr>
          <a:xfrm>
            <a:off x="7583181" y="2394519"/>
            <a:ext cx="3429000" cy="3853311"/>
          </a:xfrm>
          <a:prstGeom prst="rect">
            <a:avLst/>
          </a:prstGeom>
        </p:spPr>
      </p:pic>
      <p:sp>
        <p:nvSpPr>
          <p:cNvPr id="4" name="Footer Placeholder 3"/>
          <p:cNvSpPr>
            <a:spLocks noGrp="1"/>
          </p:cNvSpPr>
          <p:nvPr>
            <p:ph type="ftr" sz="quarter" idx="11"/>
          </p:nvPr>
        </p:nvSpPr>
        <p:spPr>
          <a:xfrm>
            <a:off x="6478073" y="6356350"/>
            <a:ext cx="3303431" cy="365125"/>
          </a:xfrm>
        </p:spPr>
        <p:txBody>
          <a:bodyPr>
            <a:normAutofit/>
          </a:bodyPr>
          <a:lstStyle/>
          <a:p>
            <a:pPr algn="l">
              <a:spcAft>
                <a:spcPts val="600"/>
              </a:spcAft>
            </a:pPr>
            <a:r>
              <a:rPr lang="en-US">
                <a:solidFill>
                  <a:srgbClr val="FFFFFF"/>
                </a:solidFill>
              </a:rPr>
              <a:t>Quasi Turbine engine    </a:t>
            </a:r>
          </a:p>
        </p:txBody>
      </p:sp>
      <p:sp>
        <p:nvSpPr>
          <p:cNvPr id="5" name="Slide Number Placeholder 4"/>
          <p:cNvSpPr>
            <a:spLocks noGrp="1"/>
          </p:cNvSpPr>
          <p:nvPr>
            <p:ph type="sldNum" sz="quarter" idx="12"/>
          </p:nvPr>
        </p:nvSpPr>
        <p:spPr>
          <a:xfrm>
            <a:off x="8732520" y="6356350"/>
            <a:ext cx="3200400" cy="365125"/>
          </a:xfrm>
        </p:spPr>
        <p:txBody>
          <a:bodyPr>
            <a:normAutofit/>
          </a:bodyPr>
          <a:lstStyle/>
          <a:p>
            <a:pPr>
              <a:spcAft>
                <a:spcPts val="600"/>
              </a:spcAft>
            </a:pPr>
            <a:fld id="{9208D3BE-EEC9-4C70-B94A-8206B932C9EC}" type="slidenum">
              <a:rPr lang="en-US">
                <a:solidFill>
                  <a:srgbClr val="FFFFFF"/>
                </a:solidFill>
              </a:rPr>
              <a:pPr>
                <a:spcAft>
                  <a:spcPts val="600"/>
                </a:spcAft>
              </a:pPr>
              <a:t>24</a:t>
            </a:fld>
            <a:endParaRPr lang="en-US">
              <a:solidFill>
                <a:srgbClr val="FFFFFF"/>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5558489" cy="1325563"/>
          </a:xfrm>
        </p:spPr>
        <p:txBody>
          <a:bodyPr>
            <a:normAutofit/>
          </a:bodyPr>
          <a:lstStyle/>
          <a:p>
            <a:r>
              <a:rPr lang="en-US" b="1">
                <a:latin typeface="+mn-lt"/>
                <a:ea typeface="+mn-ea"/>
                <a:cs typeface="+mn-cs"/>
              </a:rPr>
              <a:t>Reference </a:t>
            </a:r>
          </a:p>
        </p:txBody>
      </p:sp>
      <p:sp>
        <p:nvSpPr>
          <p:cNvPr id="12" name="Freeform: Shape 11">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838200" y="1825625"/>
            <a:ext cx="5558489" cy="4351338"/>
          </a:xfrm>
        </p:spPr>
        <p:txBody>
          <a:bodyPr>
            <a:normAutofit/>
          </a:bodyPr>
          <a:lstStyle/>
          <a:p>
            <a:pPr marL="0" indent="0">
              <a:lnSpc>
                <a:spcPct val="90000"/>
              </a:lnSpc>
              <a:buNone/>
            </a:pPr>
            <a:r>
              <a:rPr lang="en-IN" sz="1700">
                <a:latin typeface="ff2"/>
              </a:rPr>
              <a:t>[1]Pranjal Yadav, Amit Tiwari, Anuj Gupta, Sushant Verma, Sandeep Kumar Singh  “</a:t>
            </a:r>
            <a:r>
              <a:rPr lang="en-US" sz="1700">
                <a:latin typeface="ff2"/>
              </a:rPr>
              <a:t>Scope of Quasi Turbine: A Review </a:t>
            </a:r>
          </a:p>
          <a:p>
            <a:pPr marL="0" indent="0">
              <a:lnSpc>
                <a:spcPct val="90000"/>
              </a:lnSpc>
              <a:buNone/>
            </a:pPr>
            <a:r>
              <a:rPr lang="en-US" sz="1700">
                <a:latin typeface="ff2"/>
              </a:rPr>
              <a:t>Analysis” volume no 06 special issue no 02December 2017</a:t>
            </a:r>
          </a:p>
          <a:p>
            <a:pPr marL="0" indent="0">
              <a:lnSpc>
                <a:spcPct val="90000"/>
              </a:lnSpc>
              <a:buNone/>
            </a:pPr>
            <a:r>
              <a:rPr lang="en-US" sz="1700">
                <a:latin typeface="ff2"/>
              </a:rPr>
              <a:t>[2]</a:t>
            </a:r>
            <a:r>
              <a:rPr lang="en-IN" sz="1700">
                <a:latin typeface="ff2"/>
              </a:rPr>
              <a:t> MOHAMMED AKRAM MOHAMMED , “Quasi turbine Rotor Development Optimization” , June 2014</a:t>
            </a:r>
          </a:p>
          <a:p>
            <a:pPr marL="0" indent="0">
              <a:lnSpc>
                <a:spcPct val="90000"/>
              </a:lnSpc>
              <a:buNone/>
            </a:pPr>
            <a:r>
              <a:rPr lang="en-IN" sz="1700">
                <a:latin typeface="ff2"/>
              </a:rPr>
              <a:t>[3] Gilles Saint-Hilaire Ph.D.1 , Roxan Saint-Hilaire MBA2 , Ylian Saint-Hilaire M. Sc.3 , Françoise Saint-Hilaire M. Let.4 , “</a:t>
            </a:r>
            <a:r>
              <a:rPr lang="en-US" sz="1700">
                <a:latin typeface="ff2"/>
              </a:rPr>
              <a:t>Quasi turbine High Power Density Pump-Expander Engine with Displacement Exceeding External Device Volume for Light and Compact High Torque Applications “</a:t>
            </a:r>
            <a:endParaRPr lang="en-US" sz="1700">
              <a:hlinkClick r:id="rId2"/>
            </a:endParaRPr>
          </a:p>
          <a:p>
            <a:pPr>
              <a:lnSpc>
                <a:spcPct val="90000"/>
              </a:lnSpc>
            </a:pPr>
            <a:r>
              <a:rPr lang="en-US" sz="1700">
                <a:hlinkClick r:id="rId2"/>
              </a:rPr>
              <a:t>www.quasiturbine.com</a:t>
            </a:r>
            <a:endParaRPr lang="en-US" sz="1700"/>
          </a:p>
          <a:p>
            <a:pPr>
              <a:lnSpc>
                <a:spcPct val="90000"/>
              </a:lnSpc>
            </a:pPr>
            <a:r>
              <a:rPr lang="en-US" sz="1700">
                <a:hlinkClick r:id="rId3"/>
              </a:rPr>
              <a:t>www.howstuffworks.com</a:t>
            </a:r>
            <a:endParaRPr lang="en-US" sz="1700"/>
          </a:p>
          <a:p>
            <a:pPr>
              <a:lnSpc>
                <a:spcPct val="90000"/>
              </a:lnSpc>
            </a:pPr>
            <a:r>
              <a:rPr lang="en-US" sz="1700">
                <a:hlinkClick r:id="rId4"/>
              </a:rPr>
              <a:t>www.answers.com</a:t>
            </a:r>
            <a:endParaRPr lang="en-US" sz="1700"/>
          </a:p>
          <a:p>
            <a:pPr>
              <a:lnSpc>
                <a:spcPct val="90000"/>
              </a:lnSpc>
            </a:pPr>
            <a:endParaRPr lang="en-US" sz="1700"/>
          </a:p>
        </p:txBody>
      </p:sp>
      <p:sp>
        <p:nvSpPr>
          <p:cNvPr id="14" name="Oval 13">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Block Arc 15">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eeform: Shape 17">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20" name="Straight Connector 19">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2" name="Freeform: Shape 21">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4" name="Footer Placeholder 3"/>
          <p:cNvSpPr>
            <a:spLocks noGrp="1"/>
          </p:cNvSpPr>
          <p:nvPr>
            <p:ph type="ftr" sz="quarter" idx="11"/>
          </p:nvPr>
        </p:nvSpPr>
        <p:spPr>
          <a:xfrm>
            <a:off x="2727338" y="6356350"/>
            <a:ext cx="3669352" cy="365125"/>
          </a:xfrm>
        </p:spPr>
        <p:txBody>
          <a:bodyPr>
            <a:normAutofit/>
          </a:bodyPr>
          <a:lstStyle/>
          <a:p>
            <a:pPr>
              <a:spcAft>
                <a:spcPts val="600"/>
              </a:spcAft>
            </a:pPr>
            <a:r>
              <a:rPr lang="en-US" dirty="0"/>
              <a:t>Quasi Turbine engine    </a:t>
            </a:r>
            <a:endParaRPr lang="en-US"/>
          </a:p>
        </p:txBody>
      </p:sp>
      <p:sp>
        <p:nvSpPr>
          <p:cNvPr id="5" name="Slide Number Placeholder 4"/>
          <p:cNvSpPr>
            <a:spLocks noGrp="1"/>
          </p:cNvSpPr>
          <p:nvPr>
            <p:ph type="sldNum" sz="quarter" idx="12"/>
          </p:nvPr>
        </p:nvSpPr>
        <p:spPr>
          <a:xfrm>
            <a:off x="9780104" y="6356350"/>
            <a:ext cx="1573696" cy="365125"/>
          </a:xfrm>
        </p:spPr>
        <p:txBody>
          <a:bodyPr>
            <a:normAutofit/>
          </a:bodyPr>
          <a:lstStyle/>
          <a:p>
            <a:pPr>
              <a:spcAft>
                <a:spcPts val="600"/>
              </a:spcAft>
            </a:pPr>
            <a:fld id="{9208D3BE-EEC9-4C70-B94A-8206B932C9EC}" type="slidenum">
              <a:rPr lang="en-US" smtClean="0"/>
              <a:pPr>
                <a:spcAft>
                  <a:spcPts val="600"/>
                </a:spcAft>
              </a:pPr>
              <a:t>25</a:t>
            </a:fld>
            <a:endParaRPr lang="en-US"/>
          </a:p>
        </p:txBody>
      </p:sp>
      <p:sp>
        <p:nvSpPr>
          <p:cNvPr id="24" name="Arc 23">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59236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314D791-4D8A-4854-B8FC-6959656D0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5076E76-3EB3-4269-8135-07CAB20E5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 name="Rectangle 2"/>
          <p:cNvSpPr/>
          <p:nvPr/>
        </p:nvSpPr>
        <p:spPr>
          <a:xfrm>
            <a:off x="2726279" y="1741337"/>
            <a:ext cx="6739136" cy="2387918"/>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5200" kern="1200">
                <a:ln w="0"/>
                <a:solidFill>
                  <a:schemeClr val="tx2"/>
                </a:solidFill>
                <a:effectLst>
                  <a:reflection blurRad="6350" stA="53000" endA="300" endPos="35500" dir="5400000" sy="-90000" algn="bl" rotWithShape="0"/>
                </a:effectLst>
                <a:latin typeface="+mj-lt"/>
                <a:ea typeface="+mj-ea"/>
                <a:cs typeface="+mj-cs"/>
              </a:rPr>
              <a:t>THANK YOU </a:t>
            </a:r>
          </a:p>
        </p:txBody>
      </p:sp>
      <p:grpSp>
        <p:nvGrpSpPr>
          <p:cNvPr id="12" name="Group 11">
            <a:extLst>
              <a:ext uri="{FF2B5EF4-FFF2-40B4-BE49-F238E27FC236}">
                <a16:creationId xmlns:a16="http://schemas.microsoft.com/office/drawing/2014/main" id="{5EB3C7E5-50E1-4F9E-AEA3-A6D2190394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05" y="0"/>
            <a:ext cx="5163047" cy="3153018"/>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80233B5C-C5A9-48C0-8C07-21E6F6B36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10F3AF96-AAC1-41E3-9F66-0A6277845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5DF38A98-557F-4C23-935A-42806B67A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8ACEB13D-EBFC-4288-B604-572C2F779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988F9A4-0578-4C59-8B4A-346E02CF3A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9262397" y="3928396"/>
            <a:ext cx="3142400" cy="2716805"/>
            <a:chOff x="-305" y="-4155"/>
            <a:chExt cx="2514948" cy="2174333"/>
          </a:xfrm>
        </p:grpSpPr>
        <p:sp>
          <p:nvSpPr>
            <p:cNvPr id="19" name="Freeform: Shape 18">
              <a:extLst>
                <a:ext uri="{FF2B5EF4-FFF2-40B4-BE49-F238E27FC236}">
                  <a16:creationId xmlns:a16="http://schemas.microsoft.com/office/drawing/2014/main" id="{F63F827B-FA00-442A-A09C-806F1FFA3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C876680-EE75-4791-842F-E23509221D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3B9819B2-70D4-4E0A-8D51-6B359B44C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5FA8033D-6A70-4FA5-8F37-7F8C117C9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5956947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246</TotalTime>
  <Words>1925</Words>
  <Application>Microsoft Office PowerPoint</Application>
  <PresentationFormat>Widescreen</PresentationFormat>
  <Paragraphs>169</Paragraphs>
  <Slides>26</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Meiryo</vt:lpstr>
      <vt:lpstr>Arial</vt:lpstr>
      <vt:lpstr>Calibri</vt:lpstr>
      <vt:lpstr>ff2</vt:lpstr>
      <vt:lpstr>Söhne</vt:lpstr>
      <vt:lpstr>Times New Roman</vt:lpstr>
      <vt:lpstr>Wingdings</vt:lpstr>
      <vt:lpstr>Office Theme</vt:lpstr>
      <vt:lpstr>PowerPoint Presentation</vt:lpstr>
      <vt:lpstr>Table of contents</vt:lpstr>
      <vt:lpstr>Motivation</vt:lpstr>
      <vt:lpstr>Introduction</vt:lpstr>
      <vt:lpstr>Types of Internal combustion engine</vt:lpstr>
      <vt:lpstr>PowerPoint Presentation</vt:lpstr>
      <vt:lpstr>PowerPoint Presentation</vt:lpstr>
      <vt:lpstr>PowerPoint Presentation</vt:lpstr>
      <vt:lpstr>History review</vt:lpstr>
      <vt:lpstr>PowerPoint Presentation</vt:lpstr>
      <vt:lpstr>Working of Quasi turbine</vt:lpstr>
      <vt:lpstr>PowerPoint Presentation</vt:lpstr>
      <vt:lpstr>PowerPoint Presentation</vt:lpstr>
      <vt:lpstr>PowerPoint Presentation</vt:lpstr>
      <vt:lpstr>PowerPoint Presentation</vt:lpstr>
      <vt:lpstr>Types of Quasi turbine engine</vt:lpstr>
      <vt:lpstr>PowerPoint Presentation</vt:lpstr>
      <vt:lpstr>PowerPoint Presentation</vt:lpstr>
      <vt:lpstr>PowerPoint Presentation</vt:lpstr>
      <vt:lpstr>Advantages and Dis-advantages</vt:lpstr>
      <vt:lpstr>PowerPoint Presentation</vt:lpstr>
      <vt:lpstr>PowerPoint Presentation</vt:lpstr>
      <vt:lpstr>PowerPoint Presentation</vt:lpstr>
      <vt:lpstr>Conclusion</vt:lpstr>
      <vt:lpstr>Reference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ACHARYA INSTITUTE OF TECHNOLOGY Department of Aeronautical Engineering</dc:title>
  <dc:creator>Admin</dc:creator>
  <cp:lastModifiedBy>Anoop Subramanya</cp:lastModifiedBy>
  <cp:revision>22</cp:revision>
  <dcterms:created xsi:type="dcterms:W3CDTF">2017-04-25T05:32:41Z</dcterms:created>
  <dcterms:modified xsi:type="dcterms:W3CDTF">2026-05-27T21:52:09Z</dcterms:modified>
</cp:coreProperties>
</file>